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  <p:sldMasterId id="2147483683" r:id="rId2"/>
  </p:sldMasterIdLst>
  <p:notesMasterIdLst>
    <p:notesMasterId r:id="rId7"/>
  </p:notesMasterIdLst>
  <p:sldIdLst>
    <p:sldId id="256" r:id="rId3"/>
    <p:sldId id="257" r:id="rId4"/>
    <p:sldId id="258" r:id="rId5"/>
    <p:sldId id="259" r:id="rId6"/>
  </p:sldIdLst>
  <p:sldSz cx="9144000" cy="5143500" type="screen16x9"/>
  <p:notesSz cx="6858000" cy="9144000"/>
  <p:embeddedFontLst>
    <p:embeddedFont>
      <p:font typeface="Maven Pro" panose="020B0604020202020204" charset="0"/>
      <p:regular r:id="rId8"/>
      <p:bold r:id="rId9"/>
    </p:embeddedFont>
    <p:embeddedFont>
      <p:font typeface="Montserrat" panose="00000500000000000000" pitchFamily="2" charset="0"/>
      <p:regular r:id="rId10"/>
      <p:bold r:id="rId11"/>
    </p:embeddedFont>
    <p:embeddedFont>
      <p:font typeface="Proxima Nova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861B88F-6918-4FCA-AF27-87BD64EC95BE}">
  <a:tblStyle styleId="{F861B88F-6918-4FCA-AF27-87BD64EC95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80704D0-CB57-454F-A391-AF45D7EC66A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tx>
        <c:rich>
          <a:bodyPr/>
          <a:lstStyle/>
          <a:p>
            <a:r>
              <a:rPr lang="es-ES" sz="1394" b="1" dirty="0">
                <a:solidFill>
                  <a:srgbClr val="00094A"/>
                </a:solidFill>
                <a:latin typeface="Times New Roman"/>
              </a:rPr>
              <a:t>Distribución del importe por origen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Importe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>
                    <a:latin typeface="Times New Roman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México</c:v>
                </c:pt>
                <c:pt idx="1">
                  <c:v>Otros orígenes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36919.5</c:v>
                </c:pt>
                <c:pt idx="1">
                  <c:v>3439.5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7F-4497-8202-D5EF6B01D454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1100">
              <a:latin typeface="Times New Roman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 rot="10800000" flipH="1">
            <a:off x="-78450" y="-78300"/>
            <a:ext cx="3429000" cy="851400"/>
          </a:xfrm>
          <a:prstGeom prst="round1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308350" y="1494300"/>
            <a:ext cx="45273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308350" y="3204600"/>
            <a:ext cx="4527300" cy="4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Google Shape;15;p3"/>
          <p:cNvGrpSpPr/>
          <p:nvPr/>
        </p:nvGrpSpPr>
        <p:grpSpPr>
          <a:xfrm>
            <a:off x="0" y="0"/>
            <a:ext cx="9513725" cy="5143425"/>
            <a:chOff x="0" y="0"/>
            <a:chExt cx="9513725" cy="5143425"/>
          </a:xfrm>
        </p:grpSpPr>
        <p:sp>
          <p:nvSpPr>
            <p:cNvPr id="16" name="Google Shape;16;p3"/>
            <p:cNvSpPr/>
            <p:nvPr/>
          </p:nvSpPr>
          <p:spPr>
            <a:xfrm>
              <a:off x="8421625" y="0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0" y="4014825"/>
              <a:ext cx="1492500" cy="11286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0" y="4829625"/>
              <a:ext cx="22158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7631225" y="32650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20" name="Google Shape;20;p3"/>
          <p:cNvGrpSpPr/>
          <p:nvPr/>
        </p:nvGrpSpPr>
        <p:grpSpPr>
          <a:xfrm>
            <a:off x="-78450" y="-78300"/>
            <a:ext cx="6346163" cy="6476788"/>
            <a:chOff x="-78450" y="-78300"/>
            <a:chExt cx="6346163" cy="6476788"/>
          </a:xfrm>
        </p:grpSpPr>
        <p:sp>
          <p:nvSpPr>
            <p:cNvPr id="21" name="Google Shape;21;p3"/>
            <p:cNvSpPr/>
            <p:nvPr/>
          </p:nvSpPr>
          <p:spPr>
            <a:xfrm rot="10800000" flipH="1">
              <a:off x="-78450" y="-78300"/>
              <a:ext cx="3429000" cy="8514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22" name="Google Shape;22;p3"/>
            <p:cNvGrpSpPr/>
            <p:nvPr/>
          </p:nvGrpSpPr>
          <p:grpSpPr>
            <a:xfrm>
              <a:off x="4382438" y="4514238"/>
              <a:ext cx="1885275" cy="1884250"/>
              <a:chOff x="2609275" y="3149350"/>
              <a:chExt cx="1885275" cy="1884250"/>
            </a:xfrm>
          </p:grpSpPr>
          <p:sp>
            <p:nvSpPr>
              <p:cNvPr id="23" name="Google Shape;23;p3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" name="Google Shape;25;p3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" name="Google Shape;26;p3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42" name="Google Shape;42;p3"/>
          <p:cNvSpPr txBox="1">
            <a:spLocks noGrp="1"/>
          </p:cNvSpPr>
          <p:nvPr>
            <p:ph type="title"/>
          </p:nvPr>
        </p:nvSpPr>
        <p:spPr>
          <a:xfrm>
            <a:off x="2364450" y="2361300"/>
            <a:ext cx="4415100" cy="15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3"/>
          <p:cNvSpPr txBox="1">
            <a:spLocks noGrp="1"/>
          </p:cNvSpPr>
          <p:nvPr>
            <p:ph type="title" idx="2" hasCustomPrompt="1"/>
          </p:nvPr>
        </p:nvSpPr>
        <p:spPr>
          <a:xfrm>
            <a:off x="4027350" y="1272000"/>
            <a:ext cx="1089300" cy="10893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Google Shape;46;p4"/>
          <p:cNvGrpSpPr/>
          <p:nvPr/>
        </p:nvGrpSpPr>
        <p:grpSpPr>
          <a:xfrm>
            <a:off x="-1360162" y="-430750"/>
            <a:ext cx="4586213" cy="5760313"/>
            <a:chOff x="-1360162" y="-430750"/>
            <a:chExt cx="4586213" cy="5760313"/>
          </a:xfrm>
        </p:grpSpPr>
        <p:sp>
          <p:nvSpPr>
            <p:cNvPr id="47" name="Google Shape;47;p4"/>
            <p:cNvSpPr/>
            <p:nvPr/>
          </p:nvSpPr>
          <p:spPr>
            <a:xfrm rot="10800000" flipH="1">
              <a:off x="-202950" y="-430750"/>
              <a:ext cx="3429000" cy="8514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48" name="Google Shape;48;p4"/>
            <p:cNvGrpSpPr/>
            <p:nvPr/>
          </p:nvGrpSpPr>
          <p:grpSpPr>
            <a:xfrm>
              <a:off x="-1360162" y="3445313"/>
              <a:ext cx="1885275" cy="1884250"/>
              <a:chOff x="2609275" y="3149350"/>
              <a:chExt cx="1885275" cy="1884250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1" name="Google Shape;51;p4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2" name="Google Shape;52;p4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68" name="Google Shape;68;p4"/>
          <p:cNvGrpSpPr/>
          <p:nvPr/>
        </p:nvGrpSpPr>
        <p:grpSpPr>
          <a:xfrm>
            <a:off x="6107100" y="0"/>
            <a:ext cx="3036900" cy="5143500"/>
            <a:chOff x="6107100" y="0"/>
            <a:chExt cx="3036900" cy="5143500"/>
          </a:xfrm>
        </p:grpSpPr>
        <p:sp>
          <p:nvSpPr>
            <p:cNvPr id="69" name="Google Shape;69;p4"/>
            <p:cNvSpPr/>
            <p:nvPr/>
          </p:nvSpPr>
          <p:spPr>
            <a:xfrm flipH="1">
              <a:off x="6107100" y="4748700"/>
              <a:ext cx="3023100" cy="3948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 rot="10800000">
              <a:off x="6928200" y="0"/>
              <a:ext cx="22158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 flipH="1">
              <a:off x="8605675" y="3272100"/>
              <a:ext cx="530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72" name="Google Shape;72;p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" name="Google Shape;77;p5"/>
          <p:cNvGrpSpPr/>
          <p:nvPr/>
        </p:nvGrpSpPr>
        <p:grpSpPr>
          <a:xfrm>
            <a:off x="-202950" y="-1524237"/>
            <a:ext cx="9908950" cy="5849938"/>
            <a:chOff x="-202950" y="-1524237"/>
            <a:chExt cx="9908950" cy="5849938"/>
          </a:xfrm>
        </p:grpSpPr>
        <p:sp>
          <p:nvSpPr>
            <p:cNvPr id="78" name="Google Shape;78;p5"/>
            <p:cNvSpPr/>
            <p:nvPr/>
          </p:nvSpPr>
          <p:spPr>
            <a:xfrm rot="10800000" flipH="1">
              <a:off x="-202950" y="-430750"/>
              <a:ext cx="3429000" cy="8514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79" name="Google Shape;79;p5"/>
            <p:cNvGrpSpPr/>
            <p:nvPr/>
          </p:nvGrpSpPr>
          <p:grpSpPr>
            <a:xfrm>
              <a:off x="8719875" y="2230200"/>
              <a:ext cx="986125" cy="2095500"/>
              <a:chOff x="7631225" y="2241175"/>
              <a:chExt cx="986125" cy="2095500"/>
            </a:xfrm>
          </p:grpSpPr>
          <p:cxnSp>
            <p:nvCxnSpPr>
              <p:cNvPr id="80" name="Google Shape;80;p5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" name="Google Shape;81;p5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" name="Google Shape;82;p5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" name="Google Shape;83;p5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" name="Google Shape;84;p5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" name="Google Shape;85;p5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" name="Google Shape;86;p5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" name="Google Shape;87;p5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" name="Google Shape;88;p5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" name="Google Shape;89;p5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" name="Google Shape;90;p5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" name="Google Shape;91;p5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" name="Google Shape;92;p5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" name="Google Shape;93;p5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94" name="Google Shape;94;p5"/>
            <p:cNvGrpSpPr/>
            <p:nvPr/>
          </p:nvGrpSpPr>
          <p:grpSpPr>
            <a:xfrm>
              <a:off x="4865588" y="-1524237"/>
              <a:ext cx="1885275" cy="1884250"/>
              <a:chOff x="2609275" y="3149350"/>
              <a:chExt cx="1885275" cy="1884250"/>
            </a:xfrm>
          </p:grpSpPr>
          <p:sp>
            <p:nvSpPr>
              <p:cNvPr id="95" name="Google Shape;95;p5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6" name="Google Shape;96;p5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7" name="Google Shape;97;p5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8" name="Google Shape;98;p5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9" name="Google Shape;99;p5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" name="Google Shape;100;p5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1" name="Google Shape;101;p5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" name="Google Shape;102;p5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3" name="Google Shape;103;p5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4" name="Google Shape;104;p5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5" name="Google Shape;105;p5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6" name="Google Shape;106;p5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7" name="Google Shape;107;p5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8" name="Google Shape;108;p5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9" name="Google Shape;109;p5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0" name="Google Shape;110;p5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1" name="Google Shape;111;p5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2" name="Google Shape;112;p5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3" name="Google Shape;113;p5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14" name="Google Shape;114;p5"/>
          <p:cNvGrpSpPr/>
          <p:nvPr/>
        </p:nvGrpSpPr>
        <p:grpSpPr>
          <a:xfrm>
            <a:off x="-5879" y="147025"/>
            <a:ext cx="9561029" cy="4996475"/>
            <a:chOff x="-5879" y="147025"/>
            <a:chExt cx="9561029" cy="4996475"/>
          </a:xfrm>
        </p:grpSpPr>
        <p:sp>
          <p:nvSpPr>
            <p:cNvPr id="115" name="Google Shape;115;p5"/>
            <p:cNvSpPr/>
            <p:nvPr/>
          </p:nvSpPr>
          <p:spPr>
            <a:xfrm>
              <a:off x="0" y="4570725"/>
              <a:ext cx="3023100" cy="5727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7672650" y="147025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 flipH="1">
              <a:off x="6920275" y="4829625"/>
              <a:ext cx="22158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-5879" y="3272100"/>
              <a:ext cx="530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subTitle" idx="1"/>
          </p:nvPr>
        </p:nvSpPr>
        <p:spPr>
          <a:xfrm>
            <a:off x="826450" y="2085250"/>
            <a:ext cx="3516600" cy="17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5"/>
          <p:cNvSpPr txBox="1">
            <a:spLocks noGrp="1"/>
          </p:cNvSpPr>
          <p:nvPr>
            <p:ph type="subTitle" idx="2"/>
          </p:nvPr>
        </p:nvSpPr>
        <p:spPr>
          <a:xfrm>
            <a:off x="4800925" y="2085250"/>
            <a:ext cx="3516600" cy="17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6"/>
          <p:cNvGrpSpPr/>
          <p:nvPr/>
        </p:nvGrpSpPr>
        <p:grpSpPr>
          <a:xfrm>
            <a:off x="-313650" y="-25"/>
            <a:ext cx="9457650" cy="5143450"/>
            <a:chOff x="-313650" y="-25"/>
            <a:chExt cx="9457650" cy="5143450"/>
          </a:xfrm>
        </p:grpSpPr>
        <p:sp>
          <p:nvSpPr>
            <p:cNvPr id="125" name="Google Shape;125;p6"/>
            <p:cNvSpPr/>
            <p:nvPr/>
          </p:nvSpPr>
          <p:spPr>
            <a:xfrm rot="10800000">
              <a:off x="8676300" y="-25"/>
              <a:ext cx="467700" cy="14568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 rot="10800000">
              <a:off x="6880500" y="-12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-313650" y="460400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 flipH="1">
              <a:off x="5715000" y="4681725"/>
              <a:ext cx="3429000" cy="4617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129" name="Google Shape;129;p6"/>
          <p:cNvGrpSpPr/>
          <p:nvPr/>
        </p:nvGrpSpPr>
        <p:grpSpPr>
          <a:xfrm>
            <a:off x="-1165287" y="-673237"/>
            <a:ext cx="1885275" cy="1884250"/>
            <a:chOff x="2609275" y="3149350"/>
            <a:chExt cx="1885275" cy="1884250"/>
          </a:xfrm>
        </p:grpSpPr>
        <p:sp>
          <p:nvSpPr>
            <p:cNvPr id="130" name="Google Shape;130;p6"/>
            <p:cNvSpPr/>
            <p:nvPr/>
          </p:nvSpPr>
          <p:spPr>
            <a:xfrm>
              <a:off x="3923900" y="3224950"/>
              <a:ext cx="494025" cy="495025"/>
            </a:xfrm>
            <a:custGeom>
              <a:avLst/>
              <a:gdLst/>
              <a:ahLst/>
              <a:cxnLst/>
              <a:rect l="l" t="t" r="r" b="b"/>
              <a:pathLst>
                <a:path w="19761" h="19801" extrusionOk="0">
                  <a:moveTo>
                    <a:pt x="485" y="202"/>
                  </a:moveTo>
                  <a:cubicBezTo>
                    <a:pt x="323" y="162"/>
                    <a:pt x="162" y="81"/>
                    <a:pt x="1" y="1"/>
                  </a:cubicBezTo>
                  <a:lnTo>
                    <a:pt x="19761" y="19801"/>
                  </a:lnTo>
                  <a:cubicBezTo>
                    <a:pt x="19720" y="19640"/>
                    <a:pt x="19640" y="19478"/>
                    <a:pt x="19559" y="19317"/>
                  </a:cubicBezTo>
                  <a:lnTo>
                    <a:pt x="485" y="2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3725300" y="3164475"/>
              <a:ext cx="753125" cy="753100"/>
            </a:xfrm>
            <a:custGeom>
              <a:avLst/>
              <a:gdLst/>
              <a:ahLst/>
              <a:cxnLst/>
              <a:rect l="l" t="t" r="r" b="b"/>
              <a:pathLst>
                <a:path w="30125" h="30124" extrusionOk="0">
                  <a:moveTo>
                    <a:pt x="323" y="81"/>
                  </a:moveTo>
                  <a:cubicBezTo>
                    <a:pt x="202" y="41"/>
                    <a:pt x="122" y="41"/>
                    <a:pt x="1" y="0"/>
                  </a:cubicBezTo>
                  <a:lnTo>
                    <a:pt x="30124" y="30124"/>
                  </a:lnTo>
                  <a:cubicBezTo>
                    <a:pt x="30084" y="30043"/>
                    <a:pt x="30084" y="29922"/>
                    <a:pt x="30043" y="29801"/>
                  </a:cubicBezTo>
                  <a:lnTo>
                    <a:pt x="323" y="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" name="Google Shape;132;p6"/>
            <p:cNvSpPr/>
            <p:nvPr/>
          </p:nvSpPr>
          <p:spPr>
            <a:xfrm>
              <a:off x="3572075" y="3149350"/>
              <a:ext cx="922475" cy="922475"/>
            </a:xfrm>
            <a:custGeom>
              <a:avLst/>
              <a:gdLst/>
              <a:ahLst/>
              <a:cxnLst/>
              <a:rect l="l" t="t" r="r" b="b"/>
              <a:pathLst>
                <a:path w="36899" h="36899" extrusionOk="0">
                  <a:moveTo>
                    <a:pt x="282" y="0"/>
                  </a:moveTo>
                  <a:cubicBezTo>
                    <a:pt x="161" y="0"/>
                    <a:pt x="81" y="0"/>
                    <a:pt x="0" y="0"/>
                  </a:cubicBezTo>
                  <a:lnTo>
                    <a:pt x="36898" y="36899"/>
                  </a:lnTo>
                  <a:cubicBezTo>
                    <a:pt x="36898" y="36778"/>
                    <a:pt x="36898" y="36697"/>
                    <a:pt x="36858" y="36616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" name="Google Shape;133;p6"/>
            <p:cNvSpPr/>
            <p:nvPr/>
          </p:nvSpPr>
          <p:spPr>
            <a:xfrm>
              <a:off x="3440000" y="3154400"/>
              <a:ext cx="1048500" cy="1048500"/>
            </a:xfrm>
            <a:custGeom>
              <a:avLst/>
              <a:gdLst/>
              <a:ahLst/>
              <a:cxnLst/>
              <a:rect l="l" t="t" r="r" b="b"/>
              <a:pathLst>
                <a:path w="41940" h="41940" extrusionOk="0">
                  <a:moveTo>
                    <a:pt x="242" y="0"/>
                  </a:moveTo>
                  <a:cubicBezTo>
                    <a:pt x="162" y="40"/>
                    <a:pt x="81" y="40"/>
                    <a:pt x="0" y="40"/>
                  </a:cubicBezTo>
                  <a:lnTo>
                    <a:pt x="41899" y="41939"/>
                  </a:lnTo>
                  <a:cubicBezTo>
                    <a:pt x="41899" y="41858"/>
                    <a:pt x="41939" y="41778"/>
                    <a:pt x="41939" y="416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3323050" y="3175550"/>
              <a:ext cx="1145275" cy="1144275"/>
            </a:xfrm>
            <a:custGeom>
              <a:avLst/>
              <a:gdLst/>
              <a:ahLst/>
              <a:cxnLst/>
              <a:rect l="l" t="t" r="r" b="b"/>
              <a:pathLst>
                <a:path w="45811" h="45771" extrusionOk="0">
                  <a:moveTo>
                    <a:pt x="243" y="1"/>
                  </a:moveTo>
                  <a:cubicBezTo>
                    <a:pt x="162" y="1"/>
                    <a:pt x="81" y="41"/>
                    <a:pt x="1" y="41"/>
                  </a:cubicBezTo>
                  <a:lnTo>
                    <a:pt x="45730" y="45771"/>
                  </a:lnTo>
                  <a:cubicBezTo>
                    <a:pt x="45771" y="45690"/>
                    <a:pt x="45771" y="45610"/>
                    <a:pt x="45811" y="455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3218200" y="3207825"/>
              <a:ext cx="1216875" cy="1216850"/>
            </a:xfrm>
            <a:custGeom>
              <a:avLst/>
              <a:gdLst/>
              <a:ahLst/>
              <a:cxnLst/>
              <a:rect l="l" t="t" r="r" b="b"/>
              <a:pathLst>
                <a:path w="48675" h="48674" extrusionOk="0">
                  <a:moveTo>
                    <a:pt x="202" y="0"/>
                  </a:moveTo>
                  <a:cubicBezTo>
                    <a:pt x="122" y="0"/>
                    <a:pt x="81" y="41"/>
                    <a:pt x="1" y="81"/>
                  </a:cubicBezTo>
                  <a:lnTo>
                    <a:pt x="48593" y="48674"/>
                  </a:lnTo>
                  <a:cubicBezTo>
                    <a:pt x="48634" y="48633"/>
                    <a:pt x="48674" y="48553"/>
                    <a:pt x="48674" y="484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3122425" y="3249150"/>
              <a:ext cx="1271300" cy="1271300"/>
            </a:xfrm>
            <a:custGeom>
              <a:avLst/>
              <a:gdLst/>
              <a:ahLst/>
              <a:cxnLst/>
              <a:rect l="l" t="t" r="r" b="b"/>
              <a:pathLst>
                <a:path w="50852" h="50852" extrusionOk="0">
                  <a:moveTo>
                    <a:pt x="202" y="1"/>
                  </a:moveTo>
                  <a:cubicBezTo>
                    <a:pt x="122" y="41"/>
                    <a:pt x="81" y="81"/>
                    <a:pt x="1" y="122"/>
                  </a:cubicBezTo>
                  <a:lnTo>
                    <a:pt x="50771" y="50852"/>
                  </a:lnTo>
                  <a:cubicBezTo>
                    <a:pt x="50771" y="50811"/>
                    <a:pt x="50811" y="50731"/>
                    <a:pt x="50852" y="506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3035725" y="3299550"/>
              <a:ext cx="1307600" cy="1308625"/>
            </a:xfrm>
            <a:custGeom>
              <a:avLst/>
              <a:gdLst/>
              <a:ahLst/>
              <a:cxnLst/>
              <a:rect l="l" t="t" r="r" b="b"/>
              <a:pathLst>
                <a:path w="52304" h="52345" extrusionOk="0">
                  <a:moveTo>
                    <a:pt x="162" y="1"/>
                  </a:moveTo>
                  <a:cubicBezTo>
                    <a:pt x="81" y="41"/>
                    <a:pt x="41" y="82"/>
                    <a:pt x="1" y="122"/>
                  </a:cubicBezTo>
                  <a:lnTo>
                    <a:pt x="52182" y="52344"/>
                  </a:lnTo>
                  <a:cubicBezTo>
                    <a:pt x="52223" y="52263"/>
                    <a:pt x="52263" y="52223"/>
                    <a:pt x="52303" y="521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2956075" y="3358025"/>
              <a:ext cx="1328775" cy="1329775"/>
            </a:xfrm>
            <a:custGeom>
              <a:avLst/>
              <a:gdLst/>
              <a:ahLst/>
              <a:cxnLst/>
              <a:rect l="l" t="t" r="r" b="b"/>
              <a:pathLst>
                <a:path w="53151" h="53191" extrusionOk="0">
                  <a:moveTo>
                    <a:pt x="122" y="1"/>
                  </a:moveTo>
                  <a:cubicBezTo>
                    <a:pt x="82" y="41"/>
                    <a:pt x="41" y="82"/>
                    <a:pt x="1" y="122"/>
                  </a:cubicBezTo>
                  <a:lnTo>
                    <a:pt x="53030" y="53191"/>
                  </a:lnTo>
                  <a:cubicBezTo>
                    <a:pt x="53070" y="53110"/>
                    <a:pt x="53110" y="53070"/>
                    <a:pt x="53151" y="53030"/>
                  </a:cubicBezTo>
                  <a:lnTo>
                    <a:pt x="1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2883500" y="3422550"/>
              <a:ext cx="1336825" cy="1336825"/>
            </a:xfrm>
            <a:custGeom>
              <a:avLst/>
              <a:gdLst/>
              <a:ahLst/>
              <a:cxnLst/>
              <a:rect l="l" t="t" r="r" b="b"/>
              <a:pathLst>
                <a:path w="53473" h="53473" extrusionOk="0">
                  <a:moveTo>
                    <a:pt x="121" y="1"/>
                  </a:moveTo>
                  <a:cubicBezTo>
                    <a:pt x="121" y="1"/>
                    <a:pt x="81" y="81"/>
                    <a:pt x="81" y="81"/>
                  </a:cubicBezTo>
                  <a:cubicBezTo>
                    <a:pt x="41" y="122"/>
                    <a:pt x="0" y="122"/>
                    <a:pt x="0" y="162"/>
                  </a:cubicBezTo>
                  <a:lnTo>
                    <a:pt x="53311" y="53473"/>
                  </a:lnTo>
                  <a:cubicBezTo>
                    <a:pt x="53311" y="53473"/>
                    <a:pt x="53392" y="53433"/>
                    <a:pt x="53392" y="53433"/>
                  </a:cubicBezTo>
                  <a:cubicBezTo>
                    <a:pt x="53432" y="53392"/>
                    <a:pt x="53432" y="53392"/>
                    <a:pt x="53473" y="533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2817975" y="3495150"/>
              <a:ext cx="1329775" cy="1329775"/>
            </a:xfrm>
            <a:custGeom>
              <a:avLst/>
              <a:gdLst/>
              <a:ahLst/>
              <a:cxnLst/>
              <a:rect l="l" t="t" r="r" b="b"/>
              <a:pathLst>
                <a:path w="53191" h="53191" extrusionOk="0">
                  <a:moveTo>
                    <a:pt x="121" y="0"/>
                  </a:moveTo>
                  <a:cubicBezTo>
                    <a:pt x="81" y="41"/>
                    <a:pt x="41" y="121"/>
                    <a:pt x="0" y="161"/>
                  </a:cubicBezTo>
                  <a:lnTo>
                    <a:pt x="53029" y="53190"/>
                  </a:lnTo>
                  <a:cubicBezTo>
                    <a:pt x="53110" y="53150"/>
                    <a:pt x="53150" y="53109"/>
                    <a:pt x="53190" y="53069"/>
                  </a:cubicBezTo>
                  <a:lnTo>
                    <a:pt x="1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2760500" y="3574775"/>
              <a:ext cx="1307600" cy="1308625"/>
            </a:xfrm>
            <a:custGeom>
              <a:avLst/>
              <a:gdLst/>
              <a:ahLst/>
              <a:cxnLst/>
              <a:rect l="l" t="t" r="r" b="b"/>
              <a:pathLst>
                <a:path w="52304" h="52345" extrusionOk="0">
                  <a:moveTo>
                    <a:pt x="81" y="1"/>
                  </a:moveTo>
                  <a:cubicBezTo>
                    <a:pt x="41" y="82"/>
                    <a:pt x="41" y="122"/>
                    <a:pt x="1" y="162"/>
                  </a:cubicBezTo>
                  <a:lnTo>
                    <a:pt x="52142" y="52344"/>
                  </a:lnTo>
                  <a:cubicBezTo>
                    <a:pt x="52182" y="52304"/>
                    <a:pt x="52263" y="52263"/>
                    <a:pt x="52303" y="52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2710100" y="3662500"/>
              <a:ext cx="1271300" cy="1271300"/>
            </a:xfrm>
            <a:custGeom>
              <a:avLst/>
              <a:gdLst/>
              <a:ahLst/>
              <a:cxnLst/>
              <a:rect l="l" t="t" r="r" b="b"/>
              <a:pathLst>
                <a:path w="50852" h="50852" extrusionOk="0">
                  <a:moveTo>
                    <a:pt x="81" y="0"/>
                  </a:moveTo>
                  <a:cubicBezTo>
                    <a:pt x="41" y="41"/>
                    <a:pt x="41" y="121"/>
                    <a:pt x="0" y="162"/>
                  </a:cubicBezTo>
                  <a:lnTo>
                    <a:pt x="50650" y="50851"/>
                  </a:lnTo>
                  <a:cubicBezTo>
                    <a:pt x="50690" y="50811"/>
                    <a:pt x="50771" y="50771"/>
                    <a:pt x="50851" y="507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2667750" y="3758275"/>
              <a:ext cx="1216875" cy="1216850"/>
            </a:xfrm>
            <a:custGeom>
              <a:avLst/>
              <a:gdLst/>
              <a:ahLst/>
              <a:cxnLst/>
              <a:rect l="l" t="t" r="r" b="b"/>
              <a:pathLst>
                <a:path w="48675" h="48674" extrusionOk="0">
                  <a:moveTo>
                    <a:pt x="81" y="0"/>
                  </a:moveTo>
                  <a:cubicBezTo>
                    <a:pt x="41" y="41"/>
                    <a:pt x="41" y="121"/>
                    <a:pt x="1" y="202"/>
                  </a:cubicBezTo>
                  <a:lnTo>
                    <a:pt x="48513" y="48674"/>
                  </a:lnTo>
                  <a:cubicBezTo>
                    <a:pt x="48553" y="48633"/>
                    <a:pt x="48634" y="48633"/>
                    <a:pt x="48674" y="485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2635500" y="3863125"/>
              <a:ext cx="1144275" cy="1144275"/>
            </a:xfrm>
            <a:custGeom>
              <a:avLst/>
              <a:gdLst/>
              <a:ahLst/>
              <a:cxnLst/>
              <a:rect l="l" t="t" r="r" b="b"/>
              <a:pathLst>
                <a:path w="45771" h="45771" extrusionOk="0">
                  <a:moveTo>
                    <a:pt x="41" y="0"/>
                  </a:moveTo>
                  <a:cubicBezTo>
                    <a:pt x="41" y="81"/>
                    <a:pt x="0" y="121"/>
                    <a:pt x="0" y="202"/>
                  </a:cubicBezTo>
                  <a:lnTo>
                    <a:pt x="45569" y="45770"/>
                  </a:lnTo>
                  <a:cubicBezTo>
                    <a:pt x="45649" y="45770"/>
                    <a:pt x="45730" y="45730"/>
                    <a:pt x="45770" y="457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2615325" y="3980050"/>
              <a:ext cx="1048500" cy="1048500"/>
            </a:xfrm>
            <a:custGeom>
              <a:avLst/>
              <a:gdLst/>
              <a:ahLst/>
              <a:cxnLst/>
              <a:rect l="l" t="t" r="r" b="b"/>
              <a:pathLst>
                <a:path w="41940" h="41940" extrusionOk="0">
                  <a:moveTo>
                    <a:pt x="1" y="1"/>
                  </a:moveTo>
                  <a:cubicBezTo>
                    <a:pt x="1" y="82"/>
                    <a:pt x="1" y="162"/>
                    <a:pt x="1" y="243"/>
                  </a:cubicBezTo>
                  <a:lnTo>
                    <a:pt x="41657" y="41940"/>
                  </a:lnTo>
                  <a:cubicBezTo>
                    <a:pt x="41738" y="41900"/>
                    <a:pt x="41859" y="41900"/>
                    <a:pt x="41940" y="41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2609275" y="4111125"/>
              <a:ext cx="922500" cy="922475"/>
            </a:xfrm>
            <a:custGeom>
              <a:avLst/>
              <a:gdLst/>
              <a:ahLst/>
              <a:cxnLst/>
              <a:rect l="l" t="t" r="r" b="b"/>
              <a:pathLst>
                <a:path w="36900" h="36899" extrusionOk="0">
                  <a:moveTo>
                    <a:pt x="1" y="0"/>
                  </a:moveTo>
                  <a:cubicBezTo>
                    <a:pt x="1" y="81"/>
                    <a:pt x="1" y="202"/>
                    <a:pt x="1" y="283"/>
                  </a:cubicBezTo>
                  <a:lnTo>
                    <a:pt x="36617" y="36899"/>
                  </a:lnTo>
                  <a:cubicBezTo>
                    <a:pt x="36697" y="36899"/>
                    <a:pt x="36818" y="36899"/>
                    <a:pt x="36899" y="3689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2625400" y="4264350"/>
              <a:ext cx="753125" cy="754125"/>
            </a:xfrm>
            <a:custGeom>
              <a:avLst/>
              <a:gdLst/>
              <a:ahLst/>
              <a:cxnLst/>
              <a:rect l="l" t="t" r="r" b="b"/>
              <a:pathLst>
                <a:path w="30125" h="30165" extrusionOk="0">
                  <a:moveTo>
                    <a:pt x="1" y="1"/>
                  </a:moveTo>
                  <a:cubicBezTo>
                    <a:pt x="1" y="122"/>
                    <a:pt x="41" y="243"/>
                    <a:pt x="41" y="364"/>
                  </a:cubicBezTo>
                  <a:lnTo>
                    <a:pt x="29762" y="30084"/>
                  </a:lnTo>
                  <a:cubicBezTo>
                    <a:pt x="29883" y="30124"/>
                    <a:pt x="30004" y="30124"/>
                    <a:pt x="30124" y="301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2684900" y="4462975"/>
              <a:ext cx="495025" cy="495025"/>
            </a:xfrm>
            <a:custGeom>
              <a:avLst/>
              <a:gdLst/>
              <a:ahLst/>
              <a:cxnLst/>
              <a:rect l="l" t="t" r="r" b="b"/>
              <a:pathLst>
                <a:path w="19801" h="19801" extrusionOk="0">
                  <a:moveTo>
                    <a:pt x="0" y="0"/>
                  </a:moveTo>
                  <a:cubicBezTo>
                    <a:pt x="81" y="161"/>
                    <a:pt x="161" y="323"/>
                    <a:pt x="242" y="484"/>
                  </a:cubicBezTo>
                  <a:lnTo>
                    <a:pt x="19316" y="19599"/>
                  </a:lnTo>
                  <a:cubicBezTo>
                    <a:pt x="19478" y="19639"/>
                    <a:pt x="19639" y="19720"/>
                    <a:pt x="19800" y="198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49" name="Google Shape;149;p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7"/>
          <p:cNvGrpSpPr/>
          <p:nvPr/>
        </p:nvGrpSpPr>
        <p:grpSpPr>
          <a:xfrm>
            <a:off x="0" y="0"/>
            <a:ext cx="2263500" cy="1871400"/>
            <a:chOff x="0" y="0"/>
            <a:chExt cx="2263500" cy="1871400"/>
          </a:xfrm>
        </p:grpSpPr>
        <p:sp>
          <p:nvSpPr>
            <p:cNvPr id="153" name="Google Shape;153;p7"/>
            <p:cNvSpPr/>
            <p:nvPr/>
          </p:nvSpPr>
          <p:spPr>
            <a:xfrm>
              <a:off x="0" y="0"/>
              <a:ext cx="5556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 rot="10800000" flipH="1">
              <a:off x="0" y="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155" name="Google Shape;155;p7"/>
          <p:cNvGrpSpPr/>
          <p:nvPr/>
        </p:nvGrpSpPr>
        <p:grpSpPr>
          <a:xfrm>
            <a:off x="-1404987" y="-1786325"/>
            <a:ext cx="11178725" cy="6927275"/>
            <a:chOff x="-1404987" y="-1786325"/>
            <a:chExt cx="11178725" cy="6927275"/>
          </a:xfrm>
        </p:grpSpPr>
        <p:sp>
          <p:nvSpPr>
            <p:cNvPr id="156" name="Google Shape;156;p7"/>
            <p:cNvSpPr/>
            <p:nvPr/>
          </p:nvSpPr>
          <p:spPr>
            <a:xfrm>
              <a:off x="-78450" y="452985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157" name="Google Shape;157;p7"/>
            <p:cNvGrpSpPr/>
            <p:nvPr/>
          </p:nvGrpSpPr>
          <p:grpSpPr>
            <a:xfrm>
              <a:off x="-1404987" y="2387838"/>
              <a:ext cx="1885275" cy="1884250"/>
              <a:chOff x="2609275" y="3149350"/>
              <a:chExt cx="1885275" cy="1884250"/>
            </a:xfrm>
          </p:grpSpPr>
          <p:sp>
            <p:nvSpPr>
              <p:cNvPr id="158" name="Google Shape;158;p7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9" name="Google Shape;159;p7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0" name="Google Shape;160;p7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1" name="Google Shape;161;p7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2" name="Google Shape;162;p7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4" name="Google Shape;164;p7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5" name="Google Shape;165;p7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6" name="Google Shape;166;p7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7" name="Google Shape;167;p7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8" name="Google Shape;168;p7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9" name="Google Shape;169;p7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0" name="Google Shape;170;p7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1" name="Google Shape;171;p7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2" name="Google Shape;172;p7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3" name="Google Shape;173;p7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4" name="Google Shape;174;p7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5" name="Google Shape;175;p7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6" name="Google Shape;176;p7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177" name="Google Shape;177;p7"/>
            <p:cNvSpPr/>
            <p:nvPr/>
          </p:nvSpPr>
          <p:spPr>
            <a:xfrm rot="-5400000">
              <a:off x="7447913" y="-1786325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78" name="Google Shape;178;p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7"/>
          <p:cNvSpPr txBox="1">
            <a:spLocks noGrp="1"/>
          </p:cNvSpPr>
          <p:nvPr>
            <p:ph type="body" idx="1"/>
          </p:nvPr>
        </p:nvSpPr>
        <p:spPr>
          <a:xfrm>
            <a:off x="722400" y="2086725"/>
            <a:ext cx="4136700" cy="18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" name="Google Shape;182;p8"/>
          <p:cNvGrpSpPr/>
          <p:nvPr/>
        </p:nvGrpSpPr>
        <p:grpSpPr>
          <a:xfrm>
            <a:off x="6873876" y="0"/>
            <a:ext cx="2263500" cy="1871400"/>
            <a:chOff x="6873876" y="0"/>
            <a:chExt cx="2263500" cy="1871400"/>
          </a:xfrm>
        </p:grpSpPr>
        <p:sp>
          <p:nvSpPr>
            <p:cNvPr id="183" name="Google Shape;183;p8"/>
            <p:cNvSpPr/>
            <p:nvPr/>
          </p:nvSpPr>
          <p:spPr>
            <a:xfrm flipH="1">
              <a:off x="8414976" y="0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84" name="Google Shape;184;p8"/>
            <p:cNvSpPr/>
            <p:nvPr/>
          </p:nvSpPr>
          <p:spPr>
            <a:xfrm rot="10800000">
              <a:off x="6873876" y="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185" name="Google Shape;185;p8"/>
          <p:cNvGrpSpPr/>
          <p:nvPr/>
        </p:nvGrpSpPr>
        <p:grpSpPr>
          <a:xfrm>
            <a:off x="6053826" y="2401638"/>
            <a:ext cx="4322888" cy="2780726"/>
            <a:chOff x="6053826" y="2401638"/>
            <a:chExt cx="4322888" cy="2780726"/>
          </a:xfrm>
        </p:grpSpPr>
        <p:sp>
          <p:nvSpPr>
            <p:cNvPr id="186" name="Google Shape;186;p8"/>
            <p:cNvSpPr/>
            <p:nvPr/>
          </p:nvSpPr>
          <p:spPr>
            <a:xfrm flipH="1">
              <a:off x="6053826" y="4571263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187" name="Google Shape;187;p8"/>
            <p:cNvGrpSpPr/>
            <p:nvPr/>
          </p:nvGrpSpPr>
          <p:grpSpPr>
            <a:xfrm flipH="1">
              <a:off x="8491439" y="2401638"/>
              <a:ext cx="1885275" cy="1884250"/>
              <a:chOff x="2609275" y="3149350"/>
              <a:chExt cx="1885275" cy="1884250"/>
            </a:xfrm>
          </p:grpSpPr>
          <p:sp>
            <p:nvSpPr>
              <p:cNvPr id="188" name="Google Shape;188;p8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9" name="Google Shape;189;p8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0" name="Google Shape;190;p8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1" name="Google Shape;191;p8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2" name="Google Shape;192;p8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3" name="Google Shape;193;p8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4" name="Google Shape;194;p8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5" name="Google Shape;195;p8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6" name="Google Shape;196;p8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7" name="Google Shape;197;p8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" name="Google Shape;202;p8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" name="Google Shape;203;p8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207" name="Google Shape;207;p8"/>
          <p:cNvSpPr txBox="1">
            <a:spLocks noGrp="1"/>
          </p:cNvSpPr>
          <p:nvPr>
            <p:ph type="title"/>
          </p:nvPr>
        </p:nvSpPr>
        <p:spPr>
          <a:xfrm>
            <a:off x="1892300" y="1524000"/>
            <a:ext cx="5359500" cy="209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9"/>
          <p:cNvGrpSpPr/>
          <p:nvPr/>
        </p:nvGrpSpPr>
        <p:grpSpPr>
          <a:xfrm>
            <a:off x="0" y="0"/>
            <a:ext cx="9362875" cy="5143500"/>
            <a:chOff x="0" y="0"/>
            <a:chExt cx="9362875" cy="5143500"/>
          </a:xfrm>
        </p:grpSpPr>
        <p:sp>
          <p:nvSpPr>
            <p:cNvPr id="212" name="Google Shape;212;p9"/>
            <p:cNvSpPr/>
            <p:nvPr/>
          </p:nvSpPr>
          <p:spPr>
            <a:xfrm>
              <a:off x="7925" y="0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13" name="Google Shape;213;p9"/>
            <p:cNvSpPr/>
            <p:nvPr/>
          </p:nvSpPr>
          <p:spPr>
            <a:xfrm rot="-5400000">
              <a:off x="7825525" y="3832950"/>
              <a:ext cx="1492500" cy="11286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0" y="4829625"/>
              <a:ext cx="22158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7480375" y="4702475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216" name="Google Shape;216;p9"/>
          <p:cNvSpPr/>
          <p:nvPr/>
        </p:nvSpPr>
        <p:spPr>
          <a:xfrm rot="5400000">
            <a:off x="3685175" y="4829625"/>
            <a:ext cx="2325825" cy="2325825"/>
          </a:xfrm>
          <a:custGeom>
            <a:avLst/>
            <a:gdLst/>
            <a:ahLst/>
            <a:cxnLst/>
            <a:rect l="l" t="t" r="r" b="b"/>
            <a:pathLst>
              <a:path w="93033" h="93033" extrusionOk="0">
                <a:moveTo>
                  <a:pt x="89685" y="61054"/>
                </a:moveTo>
                <a:lnTo>
                  <a:pt x="89685" y="63796"/>
                </a:lnTo>
                <a:lnTo>
                  <a:pt x="89927" y="63150"/>
                </a:lnTo>
                <a:lnTo>
                  <a:pt x="89927" y="61054"/>
                </a:lnTo>
                <a:lnTo>
                  <a:pt x="90693" y="61054"/>
                </a:lnTo>
                <a:cubicBezTo>
                  <a:pt x="90733" y="60973"/>
                  <a:pt x="90733" y="60892"/>
                  <a:pt x="90774" y="60812"/>
                </a:cubicBezTo>
                <a:lnTo>
                  <a:pt x="89927" y="60812"/>
                </a:lnTo>
                <a:lnTo>
                  <a:pt x="89927" y="56255"/>
                </a:lnTo>
                <a:lnTo>
                  <a:pt x="91984" y="56255"/>
                </a:lnTo>
                <a:cubicBezTo>
                  <a:pt x="92024" y="56174"/>
                  <a:pt x="92024" y="56093"/>
                  <a:pt x="92064" y="56013"/>
                </a:cubicBezTo>
                <a:lnTo>
                  <a:pt x="89927" y="56013"/>
                </a:lnTo>
                <a:lnTo>
                  <a:pt x="89927" y="51456"/>
                </a:lnTo>
                <a:lnTo>
                  <a:pt x="92750" y="51456"/>
                </a:lnTo>
                <a:cubicBezTo>
                  <a:pt x="92750" y="51375"/>
                  <a:pt x="92790" y="51295"/>
                  <a:pt x="92790" y="51174"/>
                </a:cubicBezTo>
                <a:lnTo>
                  <a:pt x="89927" y="51174"/>
                </a:lnTo>
                <a:lnTo>
                  <a:pt x="89927" y="46617"/>
                </a:lnTo>
                <a:lnTo>
                  <a:pt x="93032" y="46617"/>
                </a:lnTo>
                <a:lnTo>
                  <a:pt x="93032" y="46496"/>
                </a:lnTo>
                <a:lnTo>
                  <a:pt x="93032" y="46375"/>
                </a:lnTo>
                <a:lnTo>
                  <a:pt x="89927" y="46375"/>
                </a:lnTo>
                <a:lnTo>
                  <a:pt x="89927" y="41818"/>
                </a:lnTo>
                <a:lnTo>
                  <a:pt x="92790" y="41818"/>
                </a:lnTo>
                <a:cubicBezTo>
                  <a:pt x="92790" y="41737"/>
                  <a:pt x="92750" y="41657"/>
                  <a:pt x="92750" y="41576"/>
                </a:cubicBezTo>
                <a:lnTo>
                  <a:pt x="89927" y="41576"/>
                </a:lnTo>
                <a:lnTo>
                  <a:pt x="89927" y="36979"/>
                </a:lnTo>
                <a:lnTo>
                  <a:pt x="92064" y="36979"/>
                </a:lnTo>
                <a:cubicBezTo>
                  <a:pt x="92024" y="36898"/>
                  <a:pt x="92024" y="36818"/>
                  <a:pt x="91984" y="36737"/>
                </a:cubicBezTo>
                <a:lnTo>
                  <a:pt x="89927" y="36737"/>
                </a:lnTo>
                <a:lnTo>
                  <a:pt x="89927" y="32180"/>
                </a:lnTo>
                <a:lnTo>
                  <a:pt x="90774" y="32180"/>
                </a:lnTo>
                <a:cubicBezTo>
                  <a:pt x="90733" y="32099"/>
                  <a:pt x="90733" y="32019"/>
                  <a:pt x="90693" y="31938"/>
                </a:cubicBezTo>
                <a:lnTo>
                  <a:pt x="89927" y="31938"/>
                </a:lnTo>
                <a:lnTo>
                  <a:pt x="89927" y="29841"/>
                </a:lnTo>
                <a:lnTo>
                  <a:pt x="89685" y="29196"/>
                </a:lnTo>
                <a:lnTo>
                  <a:pt x="89685" y="31938"/>
                </a:lnTo>
                <a:lnTo>
                  <a:pt x="85128" y="31938"/>
                </a:lnTo>
                <a:lnTo>
                  <a:pt x="85128" y="27381"/>
                </a:lnTo>
                <a:lnTo>
                  <a:pt x="88919" y="27381"/>
                </a:lnTo>
                <a:cubicBezTo>
                  <a:pt x="88879" y="27301"/>
                  <a:pt x="88838" y="27220"/>
                  <a:pt x="88798" y="27139"/>
                </a:cubicBezTo>
                <a:lnTo>
                  <a:pt x="85128" y="27139"/>
                </a:lnTo>
                <a:lnTo>
                  <a:pt x="85128" y="22542"/>
                </a:lnTo>
                <a:lnTo>
                  <a:pt x="86378" y="22542"/>
                </a:lnTo>
                <a:cubicBezTo>
                  <a:pt x="86338" y="22462"/>
                  <a:pt x="86298" y="22381"/>
                  <a:pt x="86257" y="22300"/>
                </a:cubicBezTo>
                <a:lnTo>
                  <a:pt x="85128" y="22300"/>
                </a:lnTo>
                <a:lnTo>
                  <a:pt x="85128" y="20566"/>
                </a:lnTo>
                <a:cubicBezTo>
                  <a:pt x="85048" y="20445"/>
                  <a:pt x="84967" y="20324"/>
                  <a:pt x="84886" y="20203"/>
                </a:cubicBezTo>
                <a:lnTo>
                  <a:pt x="84886" y="22300"/>
                </a:lnTo>
                <a:lnTo>
                  <a:pt x="80329" y="22300"/>
                </a:lnTo>
                <a:lnTo>
                  <a:pt x="80329" y="17743"/>
                </a:lnTo>
                <a:lnTo>
                  <a:pt x="83072" y="17743"/>
                </a:lnTo>
                <a:lnTo>
                  <a:pt x="82870" y="17501"/>
                </a:lnTo>
                <a:lnTo>
                  <a:pt x="80329" y="17501"/>
                </a:lnTo>
                <a:lnTo>
                  <a:pt x="80329" y="14558"/>
                </a:lnTo>
                <a:lnTo>
                  <a:pt x="80087" y="14316"/>
                </a:lnTo>
                <a:lnTo>
                  <a:pt x="80087" y="17501"/>
                </a:lnTo>
                <a:lnTo>
                  <a:pt x="75490" y="17501"/>
                </a:lnTo>
                <a:lnTo>
                  <a:pt x="75490" y="12945"/>
                </a:lnTo>
                <a:lnTo>
                  <a:pt x="78716" y="12945"/>
                </a:lnTo>
                <a:lnTo>
                  <a:pt x="78434" y="12703"/>
                </a:lnTo>
                <a:lnTo>
                  <a:pt x="75490" y="12703"/>
                </a:lnTo>
                <a:lnTo>
                  <a:pt x="75490" y="10122"/>
                </a:lnTo>
                <a:lnTo>
                  <a:pt x="75248" y="9920"/>
                </a:lnTo>
                <a:lnTo>
                  <a:pt x="75248" y="12703"/>
                </a:lnTo>
                <a:lnTo>
                  <a:pt x="70691" y="12703"/>
                </a:lnTo>
                <a:lnTo>
                  <a:pt x="70691" y="8106"/>
                </a:lnTo>
                <a:lnTo>
                  <a:pt x="72788" y="8106"/>
                </a:lnTo>
                <a:cubicBezTo>
                  <a:pt x="72667" y="8025"/>
                  <a:pt x="72546" y="7944"/>
                  <a:pt x="72425" y="7864"/>
                </a:cubicBezTo>
                <a:lnTo>
                  <a:pt x="70691" y="7864"/>
                </a:lnTo>
                <a:lnTo>
                  <a:pt x="70691" y="6775"/>
                </a:lnTo>
                <a:cubicBezTo>
                  <a:pt x="70611" y="6694"/>
                  <a:pt x="70530" y="6654"/>
                  <a:pt x="70450" y="6613"/>
                </a:cubicBezTo>
                <a:lnTo>
                  <a:pt x="70450" y="7864"/>
                </a:lnTo>
                <a:lnTo>
                  <a:pt x="65893" y="7864"/>
                </a:lnTo>
                <a:lnTo>
                  <a:pt x="65893" y="4194"/>
                </a:lnTo>
                <a:cubicBezTo>
                  <a:pt x="65812" y="4154"/>
                  <a:pt x="65731" y="4113"/>
                  <a:pt x="65651" y="4073"/>
                </a:cubicBezTo>
                <a:lnTo>
                  <a:pt x="65651" y="7864"/>
                </a:lnTo>
                <a:lnTo>
                  <a:pt x="61054" y="7864"/>
                </a:lnTo>
                <a:lnTo>
                  <a:pt x="61054" y="3307"/>
                </a:lnTo>
                <a:lnTo>
                  <a:pt x="63796" y="3307"/>
                </a:lnTo>
                <a:lnTo>
                  <a:pt x="63191" y="3065"/>
                </a:lnTo>
                <a:lnTo>
                  <a:pt x="61054" y="3065"/>
                </a:lnTo>
                <a:lnTo>
                  <a:pt x="61054" y="2339"/>
                </a:lnTo>
                <a:cubicBezTo>
                  <a:pt x="60973" y="2299"/>
                  <a:pt x="60892" y="2258"/>
                  <a:pt x="60812" y="2258"/>
                </a:cubicBezTo>
                <a:lnTo>
                  <a:pt x="60812" y="3065"/>
                </a:lnTo>
                <a:lnTo>
                  <a:pt x="56255" y="3065"/>
                </a:lnTo>
                <a:lnTo>
                  <a:pt x="56255" y="1048"/>
                </a:lnTo>
                <a:cubicBezTo>
                  <a:pt x="56174" y="1008"/>
                  <a:pt x="56093" y="1008"/>
                  <a:pt x="56013" y="968"/>
                </a:cubicBezTo>
                <a:lnTo>
                  <a:pt x="56013" y="3065"/>
                </a:lnTo>
                <a:lnTo>
                  <a:pt x="51456" y="3065"/>
                </a:lnTo>
                <a:lnTo>
                  <a:pt x="51456" y="282"/>
                </a:lnTo>
                <a:cubicBezTo>
                  <a:pt x="51375" y="242"/>
                  <a:pt x="51295" y="242"/>
                  <a:pt x="51214" y="242"/>
                </a:cubicBezTo>
                <a:lnTo>
                  <a:pt x="51214" y="3065"/>
                </a:lnTo>
                <a:lnTo>
                  <a:pt x="46617" y="3065"/>
                </a:lnTo>
                <a:lnTo>
                  <a:pt x="46617" y="0"/>
                </a:lnTo>
                <a:lnTo>
                  <a:pt x="46496" y="0"/>
                </a:lnTo>
                <a:lnTo>
                  <a:pt x="46375" y="0"/>
                </a:lnTo>
                <a:lnTo>
                  <a:pt x="46375" y="3065"/>
                </a:lnTo>
                <a:lnTo>
                  <a:pt x="41818" y="3065"/>
                </a:lnTo>
                <a:lnTo>
                  <a:pt x="41818" y="242"/>
                </a:lnTo>
                <a:cubicBezTo>
                  <a:pt x="41737" y="242"/>
                  <a:pt x="41657" y="242"/>
                  <a:pt x="41576" y="242"/>
                </a:cubicBezTo>
                <a:lnTo>
                  <a:pt x="41576" y="3065"/>
                </a:lnTo>
                <a:lnTo>
                  <a:pt x="37019" y="3065"/>
                </a:lnTo>
                <a:lnTo>
                  <a:pt x="37019" y="968"/>
                </a:lnTo>
                <a:cubicBezTo>
                  <a:pt x="36939" y="1008"/>
                  <a:pt x="36858" y="1008"/>
                  <a:pt x="36777" y="1008"/>
                </a:cubicBezTo>
                <a:lnTo>
                  <a:pt x="36777" y="3065"/>
                </a:lnTo>
                <a:lnTo>
                  <a:pt x="32180" y="3065"/>
                </a:lnTo>
                <a:lnTo>
                  <a:pt x="32180" y="2258"/>
                </a:lnTo>
                <a:cubicBezTo>
                  <a:pt x="32099" y="2258"/>
                  <a:pt x="32019" y="2299"/>
                  <a:pt x="31938" y="2339"/>
                </a:cubicBezTo>
                <a:lnTo>
                  <a:pt x="31938" y="3065"/>
                </a:lnTo>
                <a:lnTo>
                  <a:pt x="29841" y="3065"/>
                </a:lnTo>
                <a:lnTo>
                  <a:pt x="29236" y="3307"/>
                </a:lnTo>
                <a:lnTo>
                  <a:pt x="31938" y="3307"/>
                </a:lnTo>
                <a:lnTo>
                  <a:pt x="31938" y="7904"/>
                </a:lnTo>
                <a:lnTo>
                  <a:pt x="27381" y="7904"/>
                </a:lnTo>
                <a:lnTo>
                  <a:pt x="27381" y="4113"/>
                </a:lnTo>
                <a:cubicBezTo>
                  <a:pt x="27301" y="4154"/>
                  <a:pt x="27220" y="4194"/>
                  <a:pt x="27139" y="4234"/>
                </a:cubicBezTo>
                <a:lnTo>
                  <a:pt x="27139" y="7904"/>
                </a:lnTo>
                <a:lnTo>
                  <a:pt x="22542" y="7904"/>
                </a:lnTo>
                <a:lnTo>
                  <a:pt x="22542" y="6613"/>
                </a:lnTo>
                <a:cubicBezTo>
                  <a:pt x="22462" y="6694"/>
                  <a:pt x="22381" y="6734"/>
                  <a:pt x="22300" y="6775"/>
                </a:cubicBezTo>
                <a:lnTo>
                  <a:pt x="22300" y="7904"/>
                </a:lnTo>
                <a:lnTo>
                  <a:pt x="20566" y="7904"/>
                </a:lnTo>
                <a:cubicBezTo>
                  <a:pt x="20445" y="7985"/>
                  <a:pt x="20324" y="8065"/>
                  <a:pt x="20203" y="8146"/>
                </a:cubicBezTo>
                <a:lnTo>
                  <a:pt x="22300" y="8146"/>
                </a:lnTo>
                <a:lnTo>
                  <a:pt x="22300" y="12703"/>
                </a:lnTo>
                <a:lnTo>
                  <a:pt x="17743" y="12703"/>
                </a:lnTo>
                <a:lnTo>
                  <a:pt x="17743" y="9961"/>
                </a:lnTo>
                <a:lnTo>
                  <a:pt x="17501" y="10162"/>
                </a:lnTo>
                <a:lnTo>
                  <a:pt x="17501" y="12703"/>
                </a:lnTo>
                <a:lnTo>
                  <a:pt x="14558" y="12703"/>
                </a:lnTo>
                <a:lnTo>
                  <a:pt x="14316" y="12945"/>
                </a:lnTo>
                <a:lnTo>
                  <a:pt x="17501" y="12945"/>
                </a:lnTo>
                <a:lnTo>
                  <a:pt x="17501" y="17542"/>
                </a:lnTo>
                <a:lnTo>
                  <a:pt x="12945" y="17542"/>
                </a:lnTo>
                <a:lnTo>
                  <a:pt x="12945" y="14316"/>
                </a:lnTo>
                <a:lnTo>
                  <a:pt x="12703" y="14598"/>
                </a:lnTo>
                <a:lnTo>
                  <a:pt x="12703" y="17542"/>
                </a:lnTo>
                <a:lnTo>
                  <a:pt x="10122" y="17542"/>
                </a:lnTo>
                <a:lnTo>
                  <a:pt x="9920" y="17784"/>
                </a:lnTo>
                <a:lnTo>
                  <a:pt x="12703" y="17784"/>
                </a:lnTo>
                <a:lnTo>
                  <a:pt x="12703" y="22341"/>
                </a:lnTo>
                <a:lnTo>
                  <a:pt x="8106" y="22341"/>
                </a:lnTo>
                <a:lnTo>
                  <a:pt x="8106" y="20244"/>
                </a:lnTo>
                <a:cubicBezTo>
                  <a:pt x="8025" y="20365"/>
                  <a:pt x="7944" y="20486"/>
                  <a:pt x="7864" y="20607"/>
                </a:cubicBezTo>
                <a:lnTo>
                  <a:pt x="7864" y="22341"/>
                </a:lnTo>
                <a:lnTo>
                  <a:pt x="6775" y="22341"/>
                </a:lnTo>
                <a:cubicBezTo>
                  <a:pt x="6694" y="22421"/>
                  <a:pt x="6654" y="22502"/>
                  <a:pt x="6613" y="22583"/>
                </a:cubicBezTo>
                <a:lnTo>
                  <a:pt x="7864" y="22583"/>
                </a:lnTo>
                <a:lnTo>
                  <a:pt x="7864" y="27139"/>
                </a:lnTo>
                <a:lnTo>
                  <a:pt x="4194" y="27139"/>
                </a:lnTo>
                <a:cubicBezTo>
                  <a:pt x="4154" y="27220"/>
                  <a:pt x="4113" y="27301"/>
                  <a:pt x="4073" y="27381"/>
                </a:cubicBezTo>
                <a:lnTo>
                  <a:pt x="7864" y="27381"/>
                </a:lnTo>
                <a:lnTo>
                  <a:pt x="7864" y="31978"/>
                </a:lnTo>
                <a:lnTo>
                  <a:pt x="3307" y="31978"/>
                </a:lnTo>
                <a:lnTo>
                  <a:pt x="3307" y="29236"/>
                </a:lnTo>
                <a:lnTo>
                  <a:pt x="3065" y="29841"/>
                </a:lnTo>
                <a:lnTo>
                  <a:pt x="3065" y="31978"/>
                </a:lnTo>
                <a:lnTo>
                  <a:pt x="2299" y="31978"/>
                </a:lnTo>
                <a:cubicBezTo>
                  <a:pt x="2299" y="32059"/>
                  <a:pt x="2258" y="32140"/>
                  <a:pt x="2218" y="32220"/>
                </a:cubicBezTo>
                <a:lnTo>
                  <a:pt x="3065" y="32220"/>
                </a:lnTo>
                <a:lnTo>
                  <a:pt x="3065" y="36777"/>
                </a:lnTo>
                <a:lnTo>
                  <a:pt x="1008" y="36777"/>
                </a:lnTo>
                <a:cubicBezTo>
                  <a:pt x="1008" y="36858"/>
                  <a:pt x="968" y="36939"/>
                  <a:pt x="968" y="37019"/>
                </a:cubicBezTo>
                <a:lnTo>
                  <a:pt x="3065" y="37019"/>
                </a:lnTo>
                <a:lnTo>
                  <a:pt x="3065" y="41576"/>
                </a:lnTo>
                <a:lnTo>
                  <a:pt x="242" y="41576"/>
                </a:lnTo>
                <a:cubicBezTo>
                  <a:pt x="242" y="41657"/>
                  <a:pt x="242" y="41737"/>
                  <a:pt x="242" y="41818"/>
                </a:cubicBezTo>
                <a:lnTo>
                  <a:pt x="3065" y="41818"/>
                </a:lnTo>
                <a:lnTo>
                  <a:pt x="3065" y="46415"/>
                </a:lnTo>
                <a:lnTo>
                  <a:pt x="0" y="46415"/>
                </a:lnTo>
                <a:lnTo>
                  <a:pt x="0" y="46536"/>
                </a:lnTo>
                <a:lnTo>
                  <a:pt x="0" y="46657"/>
                </a:lnTo>
                <a:lnTo>
                  <a:pt x="3065" y="46657"/>
                </a:lnTo>
                <a:lnTo>
                  <a:pt x="3065" y="51214"/>
                </a:lnTo>
                <a:lnTo>
                  <a:pt x="242" y="51214"/>
                </a:lnTo>
                <a:cubicBezTo>
                  <a:pt x="242" y="51295"/>
                  <a:pt x="242" y="51375"/>
                  <a:pt x="242" y="51456"/>
                </a:cubicBezTo>
                <a:lnTo>
                  <a:pt x="3065" y="51456"/>
                </a:lnTo>
                <a:lnTo>
                  <a:pt x="3065" y="56053"/>
                </a:lnTo>
                <a:lnTo>
                  <a:pt x="968" y="56053"/>
                </a:lnTo>
                <a:cubicBezTo>
                  <a:pt x="968" y="56134"/>
                  <a:pt x="1008" y="56174"/>
                  <a:pt x="1008" y="56295"/>
                </a:cubicBezTo>
                <a:lnTo>
                  <a:pt x="3065" y="56295"/>
                </a:lnTo>
                <a:lnTo>
                  <a:pt x="3065" y="60852"/>
                </a:lnTo>
                <a:lnTo>
                  <a:pt x="2218" y="60852"/>
                </a:lnTo>
                <a:cubicBezTo>
                  <a:pt x="2258" y="60933"/>
                  <a:pt x="2299" y="61013"/>
                  <a:pt x="2299" y="61094"/>
                </a:cubicBezTo>
                <a:lnTo>
                  <a:pt x="3065" y="61094"/>
                </a:lnTo>
                <a:lnTo>
                  <a:pt x="3065" y="63191"/>
                </a:lnTo>
                <a:lnTo>
                  <a:pt x="3307" y="63836"/>
                </a:lnTo>
                <a:lnTo>
                  <a:pt x="3307" y="61094"/>
                </a:lnTo>
                <a:lnTo>
                  <a:pt x="7864" y="61094"/>
                </a:lnTo>
                <a:lnTo>
                  <a:pt x="7864" y="65651"/>
                </a:lnTo>
                <a:lnTo>
                  <a:pt x="4073" y="65651"/>
                </a:lnTo>
                <a:cubicBezTo>
                  <a:pt x="4113" y="65731"/>
                  <a:pt x="4154" y="65812"/>
                  <a:pt x="4194" y="65893"/>
                </a:cubicBezTo>
                <a:lnTo>
                  <a:pt x="7864" y="65893"/>
                </a:lnTo>
                <a:lnTo>
                  <a:pt x="7864" y="70490"/>
                </a:lnTo>
                <a:lnTo>
                  <a:pt x="6613" y="70490"/>
                </a:lnTo>
                <a:cubicBezTo>
                  <a:pt x="6654" y="70570"/>
                  <a:pt x="6694" y="70651"/>
                  <a:pt x="6775" y="70732"/>
                </a:cubicBezTo>
                <a:lnTo>
                  <a:pt x="7864" y="70732"/>
                </a:lnTo>
                <a:lnTo>
                  <a:pt x="7864" y="72466"/>
                </a:lnTo>
                <a:cubicBezTo>
                  <a:pt x="7944" y="72587"/>
                  <a:pt x="8025" y="72708"/>
                  <a:pt x="8106" y="72829"/>
                </a:cubicBezTo>
                <a:lnTo>
                  <a:pt x="8106" y="70732"/>
                </a:lnTo>
                <a:lnTo>
                  <a:pt x="12703" y="70732"/>
                </a:lnTo>
                <a:lnTo>
                  <a:pt x="12703" y="75289"/>
                </a:lnTo>
                <a:lnTo>
                  <a:pt x="9920" y="75289"/>
                </a:lnTo>
                <a:lnTo>
                  <a:pt x="10122" y="75531"/>
                </a:lnTo>
                <a:lnTo>
                  <a:pt x="12703" y="75531"/>
                </a:lnTo>
                <a:lnTo>
                  <a:pt x="12703" y="78474"/>
                </a:lnTo>
                <a:lnTo>
                  <a:pt x="12945" y="78716"/>
                </a:lnTo>
                <a:lnTo>
                  <a:pt x="12945" y="75531"/>
                </a:lnTo>
                <a:lnTo>
                  <a:pt x="17501" y="75531"/>
                </a:lnTo>
                <a:lnTo>
                  <a:pt x="17501" y="80087"/>
                </a:lnTo>
                <a:lnTo>
                  <a:pt x="14316" y="80087"/>
                </a:lnTo>
                <a:lnTo>
                  <a:pt x="14558" y="80329"/>
                </a:lnTo>
                <a:lnTo>
                  <a:pt x="17501" y="80329"/>
                </a:lnTo>
                <a:lnTo>
                  <a:pt x="17501" y="82910"/>
                </a:lnTo>
                <a:lnTo>
                  <a:pt x="17743" y="83072"/>
                </a:lnTo>
                <a:lnTo>
                  <a:pt x="17743" y="80329"/>
                </a:lnTo>
                <a:lnTo>
                  <a:pt x="22300" y="80329"/>
                </a:lnTo>
                <a:lnTo>
                  <a:pt x="22300" y="84927"/>
                </a:lnTo>
                <a:lnTo>
                  <a:pt x="20203" y="84927"/>
                </a:lnTo>
                <a:cubicBezTo>
                  <a:pt x="20324" y="85007"/>
                  <a:pt x="20445" y="85088"/>
                  <a:pt x="20566" y="85168"/>
                </a:cubicBezTo>
                <a:lnTo>
                  <a:pt x="22300" y="85168"/>
                </a:lnTo>
                <a:lnTo>
                  <a:pt x="22300" y="86257"/>
                </a:lnTo>
                <a:cubicBezTo>
                  <a:pt x="22381" y="86338"/>
                  <a:pt x="22462" y="86378"/>
                  <a:pt x="22542" y="86419"/>
                </a:cubicBezTo>
                <a:lnTo>
                  <a:pt x="22542" y="85168"/>
                </a:lnTo>
                <a:lnTo>
                  <a:pt x="27139" y="85168"/>
                </a:lnTo>
                <a:lnTo>
                  <a:pt x="27139" y="88838"/>
                </a:lnTo>
                <a:cubicBezTo>
                  <a:pt x="27220" y="88878"/>
                  <a:pt x="27301" y="88919"/>
                  <a:pt x="27381" y="88959"/>
                </a:cubicBezTo>
                <a:lnTo>
                  <a:pt x="27381" y="85168"/>
                </a:lnTo>
                <a:lnTo>
                  <a:pt x="31938" y="85168"/>
                </a:lnTo>
                <a:lnTo>
                  <a:pt x="31938" y="89725"/>
                </a:lnTo>
                <a:lnTo>
                  <a:pt x="29236" y="89725"/>
                </a:lnTo>
                <a:lnTo>
                  <a:pt x="29841" y="89967"/>
                </a:lnTo>
                <a:lnTo>
                  <a:pt x="31938" y="89967"/>
                </a:lnTo>
                <a:lnTo>
                  <a:pt x="31938" y="90733"/>
                </a:lnTo>
                <a:cubicBezTo>
                  <a:pt x="32019" y="90733"/>
                  <a:pt x="32099" y="90774"/>
                  <a:pt x="32180" y="90814"/>
                </a:cubicBezTo>
                <a:lnTo>
                  <a:pt x="32180" y="89967"/>
                </a:lnTo>
                <a:lnTo>
                  <a:pt x="36777" y="89967"/>
                </a:lnTo>
                <a:lnTo>
                  <a:pt x="36777" y="92024"/>
                </a:lnTo>
                <a:cubicBezTo>
                  <a:pt x="36858" y="92024"/>
                  <a:pt x="36939" y="92064"/>
                  <a:pt x="37019" y="92064"/>
                </a:cubicBezTo>
                <a:lnTo>
                  <a:pt x="37019" y="89967"/>
                </a:lnTo>
                <a:lnTo>
                  <a:pt x="41576" y="89967"/>
                </a:lnTo>
                <a:lnTo>
                  <a:pt x="41576" y="92790"/>
                </a:lnTo>
                <a:cubicBezTo>
                  <a:pt x="41657" y="92790"/>
                  <a:pt x="41737" y="92790"/>
                  <a:pt x="41818" y="92790"/>
                </a:cubicBezTo>
                <a:lnTo>
                  <a:pt x="41818" y="89967"/>
                </a:lnTo>
                <a:lnTo>
                  <a:pt x="46375" y="89967"/>
                </a:lnTo>
                <a:lnTo>
                  <a:pt x="46375" y="93032"/>
                </a:lnTo>
                <a:lnTo>
                  <a:pt x="46496" y="93032"/>
                </a:lnTo>
                <a:lnTo>
                  <a:pt x="46617" y="93032"/>
                </a:lnTo>
                <a:lnTo>
                  <a:pt x="46617" y="89967"/>
                </a:lnTo>
                <a:lnTo>
                  <a:pt x="51214" y="89967"/>
                </a:lnTo>
                <a:lnTo>
                  <a:pt x="51214" y="92790"/>
                </a:lnTo>
                <a:cubicBezTo>
                  <a:pt x="51295" y="92790"/>
                  <a:pt x="51375" y="92790"/>
                  <a:pt x="51456" y="92790"/>
                </a:cubicBezTo>
                <a:lnTo>
                  <a:pt x="51456" y="89967"/>
                </a:lnTo>
                <a:lnTo>
                  <a:pt x="56013" y="89967"/>
                </a:lnTo>
                <a:lnTo>
                  <a:pt x="56013" y="92064"/>
                </a:lnTo>
                <a:cubicBezTo>
                  <a:pt x="56093" y="92064"/>
                  <a:pt x="56174" y="92024"/>
                  <a:pt x="56255" y="92024"/>
                </a:cubicBezTo>
                <a:lnTo>
                  <a:pt x="56255" y="89967"/>
                </a:lnTo>
                <a:lnTo>
                  <a:pt x="60812" y="89967"/>
                </a:lnTo>
                <a:lnTo>
                  <a:pt x="60812" y="90814"/>
                </a:lnTo>
                <a:cubicBezTo>
                  <a:pt x="60892" y="90774"/>
                  <a:pt x="60973" y="90733"/>
                  <a:pt x="61054" y="90733"/>
                </a:cubicBezTo>
                <a:lnTo>
                  <a:pt x="61054" y="89967"/>
                </a:lnTo>
                <a:lnTo>
                  <a:pt x="63191" y="89967"/>
                </a:lnTo>
                <a:lnTo>
                  <a:pt x="63796" y="89725"/>
                </a:lnTo>
                <a:lnTo>
                  <a:pt x="61054" y="89725"/>
                </a:lnTo>
                <a:lnTo>
                  <a:pt x="61054" y="85168"/>
                </a:lnTo>
                <a:lnTo>
                  <a:pt x="65651" y="85168"/>
                </a:lnTo>
                <a:lnTo>
                  <a:pt x="65651" y="88959"/>
                </a:lnTo>
                <a:cubicBezTo>
                  <a:pt x="65731" y="88919"/>
                  <a:pt x="65812" y="88878"/>
                  <a:pt x="65893" y="88838"/>
                </a:cubicBezTo>
                <a:lnTo>
                  <a:pt x="65893" y="85168"/>
                </a:lnTo>
                <a:lnTo>
                  <a:pt x="70450" y="85168"/>
                </a:lnTo>
                <a:lnTo>
                  <a:pt x="70450" y="86419"/>
                </a:lnTo>
                <a:cubicBezTo>
                  <a:pt x="70530" y="86378"/>
                  <a:pt x="70611" y="86338"/>
                  <a:pt x="70691" y="86257"/>
                </a:cubicBezTo>
                <a:lnTo>
                  <a:pt x="70691" y="85168"/>
                </a:lnTo>
                <a:lnTo>
                  <a:pt x="72425" y="85168"/>
                </a:lnTo>
                <a:cubicBezTo>
                  <a:pt x="72546" y="85088"/>
                  <a:pt x="72667" y="85007"/>
                  <a:pt x="72788" y="84927"/>
                </a:cubicBezTo>
                <a:lnTo>
                  <a:pt x="70691" y="84927"/>
                </a:lnTo>
                <a:lnTo>
                  <a:pt x="70691" y="80329"/>
                </a:lnTo>
                <a:lnTo>
                  <a:pt x="75248" y="80329"/>
                </a:lnTo>
                <a:lnTo>
                  <a:pt x="75248" y="83072"/>
                </a:lnTo>
                <a:lnTo>
                  <a:pt x="75490" y="82910"/>
                </a:lnTo>
                <a:lnTo>
                  <a:pt x="75490" y="80329"/>
                </a:lnTo>
                <a:lnTo>
                  <a:pt x="78434" y="80329"/>
                </a:lnTo>
                <a:lnTo>
                  <a:pt x="78716" y="80087"/>
                </a:lnTo>
                <a:lnTo>
                  <a:pt x="75490" y="80087"/>
                </a:lnTo>
                <a:lnTo>
                  <a:pt x="75490" y="75531"/>
                </a:lnTo>
                <a:lnTo>
                  <a:pt x="80087" y="75531"/>
                </a:lnTo>
                <a:lnTo>
                  <a:pt x="80087" y="78716"/>
                </a:lnTo>
                <a:lnTo>
                  <a:pt x="80329" y="78474"/>
                </a:lnTo>
                <a:lnTo>
                  <a:pt x="80329" y="75531"/>
                </a:lnTo>
                <a:lnTo>
                  <a:pt x="82870" y="75531"/>
                </a:lnTo>
                <a:lnTo>
                  <a:pt x="83072" y="75289"/>
                </a:lnTo>
                <a:lnTo>
                  <a:pt x="80329" y="75289"/>
                </a:lnTo>
                <a:lnTo>
                  <a:pt x="80329" y="70732"/>
                </a:lnTo>
                <a:lnTo>
                  <a:pt x="84886" y="70732"/>
                </a:lnTo>
                <a:lnTo>
                  <a:pt x="84886" y="72829"/>
                </a:lnTo>
                <a:cubicBezTo>
                  <a:pt x="84967" y="72708"/>
                  <a:pt x="85048" y="72587"/>
                  <a:pt x="85128" y="72466"/>
                </a:cubicBezTo>
                <a:lnTo>
                  <a:pt x="85128" y="70732"/>
                </a:lnTo>
                <a:lnTo>
                  <a:pt x="86257" y="70732"/>
                </a:lnTo>
                <a:cubicBezTo>
                  <a:pt x="86298" y="70651"/>
                  <a:pt x="86338" y="70570"/>
                  <a:pt x="86378" y="70490"/>
                </a:cubicBezTo>
                <a:lnTo>
                  <a:pt x="85128" y="70490"/>
                </a:lnTo>
                <a:lnTo>
                  <a:pt x="85128" y="65893"/>
                </a:lnTo>
                <a:lnTo>
                  <a:pt x="88798" y="65893"/>
                </a:lnTo>
                <a:cubicBezTo>
                  <a:pt x="88838" y="65812"/>
                  <a:pt x="88879" y="65731"/>
                  <a:pt x="88919" y="65651"/>
                </a:cubicBezTo>
                <a:lnTo>
                  <a:pt x="85128" y="65651"/>
                </a:lnTo>
                <a:lnTo>
                  <a:pt x="85128" y="61094"/>
                </a:lnTo>
                <a:lnTo>
                  <a:pt x="89685" y="61094"/>
                </a:lnTo>
                <a:close/>
                <a:moveTo>
                  <a:pt x="85128" y="32180"/>
                </a:moveTo>
                <a:lnTo>
                  <a:pt x="89685" y="32180"/>
                </a:lnTo>
                <a:lnTo>
                  <a:pt x="89685" y="36777"/>
                </a:lnTo>
                <a:lnTo>
                  <a:pt x="85128" y="36777"/>
                </a:lnTo>
                <a:close/>
                <a:moveTo>
                  <a:pt x="85128" y="37019"/>
                </a:moveTo>
                <a:lnTo>
                  <a:pt x="89685" y="37019"/>
                </a:lnTo>
                <a:lnTo>
                  <a:pt x="89685" y="41576"/>
                </a:lnTo>
                <a:lnTo>
                  <a:pt x="85128" y="41576"/>
                </a:lnTo>
                <a:close/>
                <a:moveTo>
                  <a:pt x="85128" y="41818"/>
                </a:moveTo>
                <a:lnTo>
                  <a:pt x="89685" y="41818"/>
                </a:lnTo>
                <a:lnTo>
                  <a:pt x="89685" y="46375"/>
                </a:lnTo>
                <a:lnTo>
                  <a:pt x="85128" y="46375"/>
                </a:lnTo>
                <a:close/>
                <a:moveTo>
                  <a:pt x="85128" y="46617"/>
                </a:moveTo>
                <a:lnTo>
                  <a:pt x="89685" y="46617"/>
                </a:lnTo>
                <a:lnTo>
                  <a:pt x="89685" y="51214"/>
                </a:lnTo>
                <a:lnTo>
                  <a:pt x="85128" y="51214"/>
                </a:lnTo>
                <a:close/>
                <a:moveTo>
                  <a:pt x="85128" y="51456"/>
                </a:moveTo>
                <a:lnTo>
                  <a:pt x="89685" y="51456"/>
                </a:lnTo>
                <a:lnTo>
                  <a:pt x="89685" y="56013"/>
                </a:lnTo>
                <a:lnTo>
                  <a:pt x="85128" y="56013"/>
                </a:lnTo>
                <a:close/>
                <a:moveTo>
                  <a:pt x="85128" y="56255"/>
                </a:moveTo>
                <a:lnTo>
                  <a:pt x="89685" y="56255"/>
                </a:lnTo>
                <a:lnTo>
                  <a:pt x="89685" y="60812"/>
                </a:lnTo>
                <a:lnTo>
                  <a:pt x="85128" y="60812"/>
                </a:lnTo>
                <a:close/>
                <a:moveTo>
                  <a:pt x="7904" y="60812"/>
                </a:moveTo>
                <a:lnTo>
                  <a:pt x="3347" y="60812"/>
                </a:lnTo>
                <a:lnTo>
                  <a:pt x="3347" y="56255"/>
                </a:lnTo>
                <a:lnTo>
                  <a:pt x="7904" y="56255"/>
                </a:lnTo>
                <a:close/>
                <a:moveTo>
                  <a:pt x="7904" y="56013"/>
                </a:moveTo>
                <a:lnTo>
                  <a:pt x="3347" y="56013"/>
                </a:lnTo>
                <a:lnTo>
                  <a:pt x="3347" y="51456"/>
                </a:lnTo>
                <a:lnTo>
                  <a:pt x="7904" y="51456"/>
                </a:lnTo>
                <a:close/>
                <a:moveTo>
                  <a:pt x="7904" y="51214"/>
                </a:moveTo>
                <a:lnTo>
                  <a:pt x="3347" y="51214"/>
                </a:lnTo>
                <a:lnTo>
                  <a:pt x="3347" y="46617"/>
                </a:lnTo>
                <a:lnTo>
                  <a:pt x="7904" y="46617"/>
                </a:lnTo>
                <a:close/>
                <a:moveTo>
                  <a:pt x="7904" y="46375"/>
                </a:moveTo>
                <a:lnTo>
                  <a:pt x="3347" y="46375"/>
                </a:lnTo>
                <a:lnTo>
                  <a:pt x="3347" y="41818"/>
                </a:lnTo>
                <a:lnTo>
                  <a:pt x="7904" y="41818"/>
                </a:lnTo>
                <a:close/>
                <a:moveTo>
                  <a:pt x="7904" y="41576"/>
                </a:moveTo>
                <a:lnTo>
                  <a:pt x="3347" y="41576"/>
                </a:lnTo>
                <a:lnTo>
                  <a:pt x="3347" y="37019"/>
                </a:lnTo>
                <a:lnTo>
                  <a:pt x="7904" y="37019"/>
                </a:lnTo>
                <a:close/>
                <a:moveTo>
                  <a:pt x="7904" y="36777"/>
                </a:moveTo>
                <a:lnTo>
                  <a:pt x="3347" y="36777"/>
                </a:lnTo>
                <a:lnTo>
                  <a:pt x="3347" y="32180"/>
                </a:lnTo>
                <a:lnTo>
                  <a:pt x="7904" y="32180"/>
                </a:lnTo>
                <a:close/>
                <a:moveTo>
                  <a:pt x="12703" y="70449"/>
                </a:moveTo>
                <a:lnTo>
                  <a:pt x="8146" y="70449"/>
                </a:lnTo>
                <a:lnTo>
                  <a:pt x="8146" y="65893"/>
                </a:lnTo>
                <a:lnTo>
                  <a:pt x="12703" y="65893"/>
                </a:lnTo>
                <a:close/>
                <a:moveTo>
                  <a:pt x="12703" y="65610"/>
                </a:moveTo>
                <a:lnTo>
                  <a:pt x="8146" y="65610"/>
                </a:lnTo>
                <a:lnTo>
                  <a:pt x="8146" y="61054"/>
                </a:lnTo>
                <a:lnTo>
                  <a:pt x="12703" y="61054"/>
                </a:lnTo>
                <a:close/>
                <a:moveTo>
                  <a:pt x="12703" y="60812"/>
                </a:moveTo>
                <a:lnTo>
                  <a:pt x="8146" y="60812"/>
                </a:lnTo>
                <a:lnTo>
                  <a:pt x="8146" y="56255"/>
                </a:lnTo>
                <a:lnTo>
                  <a:pt x="12703" y="56255"/>
                </a:lnTo>
                <a:close/>
                <a:moveTo>
                  <a:pt x="12703" y="56013"/>
                </a:moveTo>
                <a:lnTo>
                  <a:pt x="8146" y="56013"/>
                </a:lnTo>
                <a:lnTo>
                  <a:pt x="8146" y="51456"/>
                </a:lnTo>
                <a:lnTo>
                  <a:pt x="12703" y="51456"/>
                </a:lnTo>
                <a:close/>
                <a:moveTo>
                  <a:pt x="12703" y="51174"/>
                </a:moveTo>
                <a:lnTo>
                  <a:pt x="8146" y="51174"/>
                </a:lnTo>
                <a:lnTo>
                  <a:pt x="8146" y="46617"/>
                </a:lnTo>
                <a:lnTo>
                  <a:pt x="12703" y="46617"/>
                </a:lnTo>
                <a:close/>
                <a:moveTo>
                  <a:pt x="12703" y="46375"/>
                </a:moveTo>
                <a:lnTo>
                  <a:pt x="8146" y="46375"/>
                </a:lnTo>
                <a:lnTo>
                  <a:pt x="8146" y="41818"/>
                </a:lnTo>
                <a:lnTo>
                  <a:pt x="12703" y="41818"/>
                </a:lnTo>
                <a:close/>
                <a:moveTo>
                  <a:pt x="12703" y="41576"/>
                </a:moveTo>
                <a:lnTo>
                  <a:pt x="8146" y="41576"/>
                </a:lnTo>
                <a:lnTo>
                  <a:pt x="8146" y="36979"/>
                </a:lnTo>
                <a:lnTo>
                  <a:pt x="12703" y="36979"/>
                </a:lnTo>
                <a:close/>
                <a:moveTo>
                  <a:pt x="12703" y="36737"/>
                </a:moveTo>
                <a:lnTo>
                  <a:pt x="8146" y="36737"/>
                </a:lnTo>
                <a:lnTo>
                  <a:pt x="8146" y="32180"/>
                </a:lnTo>
                <a:lnTo>
                  <a:pt x="12703" y="32180"/>
                </a:lnTo>
                <a:close/>
                <a:moveTo>
                  <a:pt x="12703" y="31938"/>
                </a:moveTo>
                <a:lnTo>
                  <a:pt x="8146" y="31938"/>
                </a:lnTo>
                <a:lnTo>
                  <a:pt x="8146" y="27381"/>
                </a:lnTo>
                <a:lnTo>
                  <a:pt x="12703" y="27381"/>
                </a:lnTo>
                <a:close/>
                <a:moveTo>
                  <a:pt x="12703" y="27139"/>
                </a:moveTo>
                <a:lnTo>
                  <a:pt x="8146" y="27139"/>
                </a:lnTo>
                <a:lnTo>
                  <a:pt x="8146" y="22542"/>
                </a:lnTo>
                <a:lnTo>
                  <a:pt x="12703" y="22542"/>
                </a:lnTo>
                <a:close/>
                <a:moveTo>
                  <a:pt x="17542" y="75248"/>
                </a:moveTo>
                <a:lnTo>
                  <a:pt x="12945" y="75248"/>
                </a:lnTo>
                <a:lnTo>
                  <a:pt x="12945" y="70651"/>
                </a:lnTo>
                <a:lnTo>
                  <a:pt x="17542" y="70651"/>
                </a:lnTo>
                <a:close/>
                <a:moveTo>
                  <a:pt x="17542" y="70449"/>
                </a:moveTo>
                <a:lnTo>
                  <a:pt x="12945" y="70449"/>
                </a:lnTo>
                <a:lnTo>
                  <a:pt x="12945" y="65852"/>
                </a:lnTo>
                <a:lnTo>
                  <a:pt x="17542" y="65852"/>
                </a:lnTo>
                <a:close/>
                <a:moveTo>
                  <a:pt x="17542" y="65610"/>
                </a:moveTo>
                <a:lnTo>
                  <a:pt x="12945" y="65610"/>
                </a:lnTo>
                <a:lnTo>
                  <a:pt x="12945" y="61054"/>
                </a:lnTo>
                <a:lnTo>
                  <a:pt x="17542" y="61054"/>
                </a:lnTo>
                <a:close/>
                <a:moveTo>
                  <a:pt x="17542" y="60812"/>
                </a:moveTo>
                <a:lnTo>
                  <a:pt x="12945" y="60812"/>
                </a:lnTo>
                <a:lnTo>
                  <a:pt x="12945" y="56214"/>
                </a:lnTo>
                <a:lnTo>
                  <a:pt x="17542" y="56214"/>
                </a:lnTo>
                <a:close/>
                <a:moveTo>
                  <a:pt x="17542" y="55972"/>
                </a:moveTo>
                <a:lnTo>
                  <a:pt x="12945" y="55972"/>
                </a:lnTo>
                <a:lnTo>
                  <a:pt x="12945" y="51416"/>
                </a:lnTo>
                <a:lnTo>
                  <a:pt x="17542" y="51416"/>
                </a:lnTo>
                <a:close/>
                <a:moveTo>
                  <a:pt x="17542" y="51174"/>
                </a:moveTo>
                <a:lnTo>
                  <a:pt x="12945" y="51174"/>
                </a:lnTo>
                <a:lnTo>
                  <a:pt x="12945" y="46617"/>
                </a:lnTo>
                <a:lnTo>
                  <a:pt x="17542" y="46617"/>
                </a:lnTo>
                <a:close/>
                <a:moveTo>
                  <a:pt x="17542" y="46375"/>
                </a:moveTo>
                <a:lnTo>
                  <a:pt x="12945" y="46375"/>
                </a:lnTo>
                <a:lnTo>
                  <a:pt x="12945" y="41778"/>
                </a:lnTo>
                <a:lnTo>
                  <a:pt x="17542" y="41778"/>
                </a:lnTo>
                <a:close/>
                <a:moveTo>
                  <a:pt x="17542" y="41536"/>
                </a:moveTo>
                <a:lnTo>
                  <a:pt x="12945" y="41536"/>
                </a:lnTo>
                <a:lnTo>
                  <a:pt x="12945" y="36979"/>
                </a:lnTo>
                <a:lnTo>
                  <a:pt x="17542" y="36979"/>
                </a:lnTo>
                <a:close/>
                <a:moveTo>
                  <a:pt x="17542" y="36737"/>
                </a:moveTo>
                <a:lnTo>
                  <a:pt x="12945" y="36737"/>
                </a:lnTo>
                <a:lnTo>
                  <a:pt x="12945" y="32180"/>
                </a:lnTo>
                <a:lnTo>
                  <a:pt x="17542" y="32180"/>
                </a:lnTo>
                <a:close/>
                <a:moveTo>
                  <a:pt x="17542" y="31938"/>
                </a:moveTo>
                <a:lnTo>
                  <a:pt x="12945" y="31938"/>
                </a:lnTo>
                <a:lnTo>
                  <a:pt x="12945" y="27341"/>
                </a:lnTo>
                <a:lnTo>
                  <a:pt x="17542" y="27341"/>
                </a:lnTo>
                <a:close/>
                <a:moveTo>
                  <a:pt x="17542" y="27099"/>
                </a:moveTo>
                <a:lnTo>
                  <a:pt x="12945" y="27099"/>
                </a:lnTo>
                <a:lnTo>
                  <a:pt x="12945" y="22542"/>
                </a:lnTo>
                <a:lnTo>
                  <a:pt x="17542" y="22542"/>
                </a:lnTo>
                <a:close/>
                <a:moveTo>
                  <a:pt x="17542" y="22300"/>
                </a:moveTo>
                <a:lnTo>
                  <a:pt x="12945" y="22300"/>
                </a:lnTo>
                <a:lnTo>
                  <a:pt x="12945" y="17743"/>
                </a:lnTo>
                <a:lnTo>
                  <a:pt x="17542" y="17743"/>
                </a:lnTo>
                <a:close/>
                <a:moveTo>
                  <a:pt x="22341" y="80047"/>
                </a:moveTo>
                <a:lnTo>
                  <a:pt x="17784" y="80047"/>
                </a:lnTo>
                <a:lnTo>
                  <a:pt x="17784" y="75450"/>
                </a:lnTo>
                <a:lnTo>
                  <a:pt x="22341" y="75450"/>
                </a:lnTo>
                <a:close/>
                <a:moveTo>
                  <a:pt x="22341" y="75208"/>
                </a:moveTo>
                <a:lnTo>
                  <a:pt x="17784" y="75208"/>
                </a:lnTo>
                <a:lnTo>
                  <a:pt x="17784" y="70651"/>
                </a:lnTo>
                <a:lnTo>
                  <a:pt x="22341" y="70651"/>
                </a:lnTo>
                <a:close/>
                <a:moveTo>
                  <a:pt x="22341" y="70409"/>
                </a:moveTo>
                <a:lnTo>
                  <a:pt x="17784" y="70409"/>
                </a:lnTo>
                <a:lnTo>
                  <a:pt x="17784" y="65852"/>
                </a:lnTo>
                <a:lnTo>
                  <a:pt x="22341" y="65852"/>
                </a:lnTo>
                <a:close/>
                <a:moveTo>
                  <a:pt x="22341" y="65610"/>
                </a:moveTo>
                <a:lnTo>
                  <a:pt x="17784" y="65610"/>
                </a:lnTo>
                <a:lnTo>
                  <a:pt x="17784" y="61013"/>
                </a:lnTo>
                <a:lnTo>
                  <a:pt x="22341" y="61013"/>
                </a:lnTo>
                <a:close/>
                <a:moveTo>
                  <a:pt x="22341" y="60771"/>
                </a:moveTo>
                <a:lnTo>
                  <a:pt x="17784" y="60771"/>
                </a:lnTo>
                <a:lnTo>
                  <a:pt x="17784" y="56214"/>
                </a:lnTo>
                <a:lnTo>
                  <a:pt x="22341" y="56214"/>
                </a:lnTo>
                <a:close/>
                <a:moveTo>
                  <a:pt x="22341" y="55972"/>
                </a:moveTo>
                <a:lnTo>
                  <a:pt x="17784" y="55972"/>
                </a:lnTo>
                <a:lnTo>
                  <a:pt x="17784" y="51416"/>
                </a:lnTo>
                <a:lnTo>
                  <a:pt x="22341" y="51416"/>
                </a:lnTo>
                <a:close/>
                <a:moveTo>
                  <a:pt x="22341" y="51174"/>
                </a:moveTo>
                <a:lnTo>
                  <a:pt x="17784" y="51174"/>
                </a:lnTo>
                <a:lnTo>
                  <a:pt x="17784" y="46577"/>
                </a:lnTo>
                <a:lnTo>
                  <a:pt x="22341" y="46577"/>
                </a:lnTo>
                <a:close/>
                <a:moveTo>
                  <a:pt x="22341" y="46335"/>
                </a:moveTo>
                <a:lnTo>
                  <a:pt x="17784" y="46335"/>
                </a:lnTo>
                <a:lnTo>
                  <a:pt x="17784" y="41778"/>
                </a:lnTo>
                <a:lnTo>
                  <a:pt x="22341" y="41778"/>
                </a:lnTo>
                <a:close/>
                <a:moveTo>
                  <a:pt x="22341" y="41536"/>
                </a:moveTo>
                <a:lnTo>
                  <a:pt x="17784" y="41536"/>
                </a:lnTo>
                <a:lnTo>
                  <a:pt x="17784" y="36939"/>
                </a:lnTo>
                <a:lnTo>
                  <a:pt x="22341" y="36939"/>
                </a:lnTo>
                <a:close/>
                <a:moveTo>
                  <a:pt x="22341" y="36737"/>
                </a:moveTo>
                <a:lnTo>
                  <a:pt x="17784" y="36737"/>
                </a:lnTo>
                <a:lnTo>
                  <a:pt x="17784" y="32140"/>
                </a:lnTo>
                <a:lnTo>
                  <a:pt x="22341" y="32140"/>
                </a:lnTo>
                <a:close/>
                <a:moveTo>
                  <a:pt x="22341" y="31898"/>
                </a:moveTo>
                <a:lnTo>
                  <a:pt x="17784" y="31898"/>
                </a:lnTo>
                <a:lnTo>
                  <a:pt x="17784" y="27341"/>
                </a:lnTo>
                <a:lnTo>
                  <a:pt x="22341" y="27341"/>
                </a:lnTo>
                <a:close/>
                <a:moveTo>
                  <a:pt x="22341" y="27099"/>
                </a:moveTo>
                <a:lnTo>
                  <a:pt x="17784" y="27099"/>
                </a:lnTo>
                <a:lnTo>
                  <a:pt x="17784" y="22502"/>
                </a:lnTo>
                <a:lnTo>
                  <a:pt x="22341" y="22502"/>
                </a:lnTo>
                <a:close/>
                <a:moveTo>
                  <a:pt x="22341" y="22260"/>
                </a:moveTo>
                <a:lnTo>
                  <a:pt x="17784" y="22260"/>
                </a:lnTo>
                <a:lnTo>
                  <a:pt x="17784" y="17703"/>
                </a:lnTo>
                <a:lnTo>
                  <a:pt x="22341" y="17703"/>
                </a:lnTo>
                <a:close/>
                <a:moveTo>
                  <a:pt x="22341" y="17461"/>
                </a:moveTo>
                <a:lnTo>
                  <a:pt x="17784" y="17461"/>
                </a:lnTo>
                <a:lnTo>
                  <a:pt x="17784" y="12904"/>
                </a:lnTo>
                <a:lnTo>
                  <a:pt x="22341" y="12904"/>
                </a:lnTo>
                <a:close/>
                <a:moveTo>
                  <a:pt x="27139" y="84846"/>
                </a:moveTo>
                <a:lnTo>
                  <a:pt x="22583" y="84846"/>
                </a:lnTo>
                <a:lnTo>
                  <a:pt x="22583" y="80249"/>
                </a:lnTo>
                <a:lnTo>
                  <a:pt x="27139" y="80249"/>
                </a:lnTo>
                <a:close/>
                <a:moveTo>
                  <a:pt x="27139" y="80007"/>
                </a:moveTo>
                <a:lnTo>
                  <a:pt x="22583" y="80007"/>
                </a:lnTo>
                <a:lnTo>
                  <a:pt x="22583" y="75450"/>
                </a:lnTo>
                <a:lnTo>
                  <a:pt x="27139" y="75450"/>
                </a:lnTo>
                <a:close/>
                <a:moveTo>
                  <a:pt x="27139" y="75208"/>
                </a:moveTo>
                <a:lnTo>
                  <a:pt x="22583" y="75208"/>
                </a:lnTo>
                <a:lnTo>
                  <a:pt x="22583" y="70611"/>
                </a:lnTo>
                <a:lnTo>
                  <a:pt x="27139" y="70611"/>
                </a:lnTo>
                <a:close/>
                <a:moveTo>
                  <a:pt x="27139" y="70369"/>
                </a:moveTo>
                <a:lnTo>
                  <a:pt x="22583" y="70369"/>
                </a:lnTo>
                <a:lnTo>
                  <a:pt x="22583" y="65812"/>
                </a:lnTo>
                <a:lnTo>
                  <a:pt x="27139" y="65812"/>
                </a:lnTo>
                <a:close/>
                <a:moveTo>
                  <a:pt x="27139" y="65570"/>
                </a:moveTo>
                <a:lnTo>
                  <a:pt x="22583" y="65570"/>
                </a:lnTo>
                <a:lnTo>
                  <a:pt x="22583" y="61013"/>
                </a:lnTo>
                <a:lnTo>
                  <a:pt x="27139" y="61013"/>
                </a:lnTo>
                <a:close/>
                <a:moveTo>
                  <a:pt x="27139" y="60771"/>
                </a:moveTo>
                <a:lnTo>
                  <a:pt x="22583" y="60771"/>
                </a:lnTo>
                <a:lnTo>
                  <a:pt x="22583" y="56174"/>
                </a:lnTo>
                <a:lnTo>
                  <a:pt x="27139" y="56174"/>
                </a:lnTo>
                <a:close/>
                <a:moveTo>
                  <a:pt x="27139" y="55932"/>
                </a:moveTo>
                <a:lnTo>
                  <a:pt x="22583" y="55932"/>
                </a:lnTo>
                <a:lnTo>
                  <a:pt x="22583" y="51375"/>
                </a:lnTo>
                <a:lnTo>
                  <a:pt x="27139" y="51375"/>
                </a:lnTo>
                <a:close/>
                <a:moveTo>
                  <a:pt x="27139" y="51133"/>
                </a:moveTo>
                <a:lnTo>
                  <a:pt x="22583" y="51133"/>
                </a:lnTo>
                <a:lnTo>
                  <a:pt x="22583" y="46577"/>
                </a:lnTo>
                <a:lnTo>
                  <a:pt x="27139" y="46577"/>
                </a:lnTo>
                <a:close/>
                <a:moveTo>
                  <a:pt x="27139" y="46335"/>
                </a:moveTo>
                <a:lnTo>
                  <a:pt x="22583" y="46335"/>
                </a:lnTo>
                <a:lnTo>
                  <a:pt x="22583" y="41737"/>
                </a:lnTo>
                <a:lnTo>
                  <a:pt x="27139" y="41737"/>
                </a:lnTo>
                <a:close/>
                <a:moveTo>
                  <a:pt x="27139" y="41495"/>
                </a:moveTo>
                <a:lnTo>
                  <a:pt x="22583" y="41495"/>
                </a:lnTo>
                <a:lnTo>
                  <a:pt x="22583" y="36939"/>
                </a:lnTo>
                <a:lnTo>
                  <a:pt x="27139" y="36939"/>
                </a:lnTo>
                <a:close/>
                <a:moveTo>
                  <a:pt x="27139" y="36697"/>
                </a:moveTo>
                <a:lnTo>
                  <a:pt x="22583" y="36697"/>
                </a:lnTo>
                <a:lnTo>
                  <a:pt x="22583" y="32140"/>
                </a:lnTo>
                <a:lnTo>
                  <a:pt x="27139" y="32140"/>
                </a:lnTo>
                <a:close/>
                <a:moveTo>
                  <a:pt x="27139" y="31898"/>
                </a:moveTo>
                <a:lnTo>
                  <a:pt x="22583" y="31898"/>
                </a:lnTo>
                <a:lnTo>
                  <a:pt x="22583" y="27301"/>
                </a:lnTo>
                <a:lnTo>
                  <a:pt x="27139" y="27301"/>
                </a:lnTo>
                <a:close/>
                <a:moveTo>
                  <a:pt x="27139" y="27059"/>
                </a:moveTo>
                <a:lnTo>
                  <a:pt x="22583" y="27059"/>
                </a:lnTo>
                <a:lnTo>
                  <a:pt x="22583" y="22502"/>
                </a:lnTo>
                <a:lnTo>
                  <a:pt x="27139" y="22502"/>
                </a:lnTo>
                <a:close/>
                <a:moveTo>
                  <a:pt x="27139" y="22260"/>
                </a:moveTo>
                <a:lnTo>
                  <a:pt x="22583" y="22260"/>
                </a:lnTo>
                <a:lnTo>
                  <a:pt x="22583" y="17703"/>
                </a:lnTo>
                <a:lnTo>
                  <a:pt x="27139" y="17703"/>
                </a:lnTo>
                <a:close/>
                <a:moveTo>
                  <a:pt x="27139" y="17461"/>
                </a:moveTo>
                <a:lnTo>
                  <a:pt x="22583" y="17461"/>
                </a:lnTo>
                <a:lnTo>
                  <a:pt x="22583" y="12864"/>
                </a:lnTo>
                <a:lnTo>
                  <a:pt x="27139" y="12864"/>
                </a:lnTo>
                <a:close/>
                <a:moveTo>
                  <a:pt x="27139" y="12622"/>
                </a:moveTo>
                <a:lnTo>
                  <a:pt x="22583" y="12622"/>
                </a:lnTo>
                <a:lnTo>
                  <a:pt x="22583" y="8065"/>
                </a:lnTo>
                <a:lnTo>
                  <a:pt x="27139" y="8065"/>
                </a:lnTo>
                <a:close/>
                <a:moveTo>
                  <a:pt x="31979" y="84806"/>
                </a:moveTo>
                <a:lnTo>
                  <a:pt x="27381" y="84806"/>
                </a:lnTo>
                <a:lnTo>
                  <a:pt x="27381" y="80249"/>
                </a:lnTo>
                <a:lnTo>
                  <a:pt x="31979" y="80249"/>
                </a:lnTo>
                <a:close/>
                <a:moveTo>
                  <a:pt x="31979" y="80007"/>
                </a:moveTo>
                <a:lnTo>
                  <a:pt x="27381" y="80007"/>
                </a:lnTo>
                <a:lnTo>
                  <a:pt x="27381" y="75410"/>
                </a:lnTo>
                <a:lnTo>
                  <a:pt x="31979" y="75410"/>
                </a:lnTo>
                <a:close/>
                <a:moveTo>
                  <a:pt x="31979" y="75168"/>
                </a:moveTo>
                <a:lnTo>
                  <a:pt x="27381" y="75168"/>
                </a:lnTo>
                <a:lnTo>
                  <a:pt x="27381" y="70611"/>
                </a:lnTo>
                <a:lnTo>
                  <a:pt x="31979" y="70611"/>
                </a:lnTo>
                <a:close/>
                <a:moveTo>
                  <a:pt x="31979" y="70369"/>
                </a:moveTo>
                <a:lnTo>
                  <a:pt x="27381" y="70369"/>
                </a:lnTo>
                <a:lnTo>
                  <a:pt x="27381" y="65812"/>
                </a:lnTo>
                <a:lnTo>
                  <a:pt x="31979" y="65812"/>
                </a:lnTo>
                <a:close/>
                <a:moveTo>
                  <a:pt x="31979" y="65570"/>
                </a:moveTo>
                <a:lnTo>
                  <a:pt x="27381" y="65570"/>
                </a:lnTo>
                <a:lnTo>
                  <a:pt x="27381" y="60973"/>
                </a:lnTo>
                <a:lnTo>
                  <a:pt x="31979" y="60973"/>
                </a:lnTo>
                <a:close/>
                <a:moveTo>
                  <a:pt x="31979" y="60731"/>
                </a:moveTo>
                <a:lnTo>
                  <a:pt x="27381" y="60731"/>
                </a:lnTo>
                <a:lnTo>
                  <a:pt x="27381" y="56174"/>
                </a:lnTo>
                <a:lnTo>
                  <a:pt x="31979" y="56174"/>
                </a:lnTo>
                <a:close/>
                <a:moveTo>
                  <a:pt x="31979" y="55932"/>
                </a:moveTo>
                <a:lnTo>
                  <a:pt x="27381" y="55932"/>
                </a:lnTo>
                <a:lnTo>
                  <a:pt x="27381" y="51375"/>
                </a:lnTo>
                <a:lnTo>
                  <a:pt x="31979" y="51375"/>
                </a:lnTo>
                <a:close/>
                <a:moveTo>
                  <a:pt x="31979" y="51133"/>
                </a:moveTo>
                <a:lnTo>
                  <a:pt x="27381" y="51133"/>
                </a:lnTo>
                <a:lnTo>
                  <a:pt x="27381" y="46536"/>
                </a:lnTo>
                <a:lnTo>
                  <a:pt x="31979" y="46536"/>
                </a:lnTo>
                <a:close/>
                <a:moveTo>
                  <a:pt x="31979" y="46294"/>
                </a:moveTo>
                <a:lnTo>
                  <a:pt x="27381" y="46294"/>
                </a:lnTo>
                <a:lnTo>
                  <a:pt x="27381" y="41737"/>
                </a:lnTo>
                <a:lnTo>
                  <a:pt x="31979" y="41737"/>
                </a:lnTo>
                <a:close/>
                <a:moveTo>
                  <a:pt x="31979" y="41495"/>
                </a:moveTo>
                <a:lnTo>
                  <a:pt x="27381" y="41495"/>
                </a:lnTo>
                <a:lnTo>
                  <a:pt x="27381" y="36898"/>
                </a:lnTo>
                <a:lnTo>
                  <a:pt x="31979" y="36898"/>
                </a:lnTo>
                <a:close/>
                <a:moveTo>
                  <a:pt x="31979" y="36656"/>
                </a:moveTo>
                <a:lnTo>
                  <a:pt x="27381" y="36656"/>
                </a:lnTo>
                <a:lnTo>
                  <a:pt x="27381" y="32099"/>
                </a:lnTo>
                <a:lnTo>
                  <a:pt x="31979" y="32099"/>
                </a:lnTo>
                <a:close/>
                <a:moveTo>
                  <a:pt x="31979" y="31858"/>
                </a:moveTo>
                <a:lnTo>
                  <a:pt x="27381" y="31858"/>
                </a:lnTo>
                <a:lnTo>
                  <a:pt x="27381" y="27301"/>
                </a:lnTo>
                <a:lnTo>
                  <a:pt x="31979" y="27301"/>
                </a:lnTo>
                <a:close/>
                <a:moveTo>
                  <a:pt x="31979" y="27059"/>
                </a:moveTo>
                <a:lnTo>
                  <a:pt x="27381" y="27059"/>
                </a:lnTo>
                <a:lnTo>
                  <a:pt x="27381" y="22462"/>
                </a:lnTo>
                <a:lnTo>
                  <a:pt x="31979" y="22462"/>
                </a:lnTo>
                <a:close/>
                <a:moveTo>
                  <a:pt x="31979" y="22220"/>
                </a:moveTo>
                <a:lnTo>
                  <a:pt x="27381" y="22220"/>
                </a:lnTo>
                <a:lnTo>
                  <a:pt x="27381" y="17663"/>
                </a:lnTo>
                <a:lnTo>
                  <a:pt x="31979" y="17663"/>
                </a:lnTo>
                <a:close/>
                <a:moveTo>
                  <a:pt x="31979" y="17421"/>
                </a:moveTo>
                <a:lnTo>
                  <a:pt x="27381" y="17421"/>
                </a:lnTo>
                <a:lnTo>
                  <a:pt x="27381" y="12864"/>
                </a:lnTo>
                <a:lnTo>
                  <a:pt x="31979" y="12864"/>
                </a:lnTo>
                <a:close/>
                <a:moveTo>
                  <a:pt x="31979" y="12622"/>
                </a:moveTo>
                <a:lnTo>
                  <a:pt x="27381" y="12622"/>
                </a:lnTo>
                <a:lnTo>
                  <a:pt x="27381" y="8025"/>
                </a:lnTo>
                <a:lnTo>
                  <a:pt x="31979" y="8025"/>
                </a:lnTo>
                <a:close/>
                <a:moveTo>
                  <a:pt x="36777" y="89604"/>
                </a:moveTo>
                <a:lnTo>
                  <a:pt x="32220" y="89604"/>
                </a:lnTo>
                <a:lnTo>
                  <a:pt x="32220" y="85007"/>
                </a:lnTo>
                <a:lnTo>
                  <a:pt x="36777" y="85007"/>
                </a:lnTo>
                <a:close/>
                <a:moveTo>
                  <a:pt x="36777" y="84765"/>
                </a:moveTo>
                <a:lnTo>
                  <a:pt x="32220" y="84765"/>
                </a:lnTo>
                <a:lnTo>
                  <a:pt x="32220" y="80208"/>
                </a:lnTo>
                <a:lnTo>
                  <a:pt x="36777" y="80208"/>
                </a:lnTo>
                <a:close/>
                <a:moveTo>
                  <a:pt x="36777" y="79966"/>
                </a:moveTo>
                <a:lnTo>
                  <a:pt x="32220" y="79966"/>
                </a:lnTo>
                <a:lnTo>
                  <a:pt x="32220" y="75410"/>
                </a:lnTo>
                <a:lnTo>
                  <a:pt x="36777" y="75410"/>
                </a:lnTo>
                <a:close/>
                <a:moveTo>
                  <a:pt x="36777" y="75168"/>
                </a:moveTo>
                <a:lnTo>
                  <a:pt x="32220" y="75168"/>
                </a:lnTo>
                <a:lnTo>
                  <a:pt x="32220" y="70570"/>
                </a:lnTo>
                <a:lnTo>
                  <a:pt x="36777" y="70570"/>
                </a:lnTo>
                <a:close/>
                <a:moveTo>
                  <a:pt x="36777" y="70329"/>
                </a:moveTo>
                <a:lnTo>
                  <a:pt x="32220" y="70329"/>
                </a:lnTo>
                <a:lnTo>
                  <a:pt x="32220" y="65772"/>
                </a:lnTo>
                <a:lnTo>
                  <a:pt x="36777" y="65772"/>
                </a:lnTo>
                <a:close/>
                <a:moveTo>
                  <a:pt x="36777" y="65530"/>
                </a:moveTo>
                <a:lnTo>
                  <a:pt x="32220" y="65530"/>
                </a:lnTo>
                <a:lnTo>
                  <a:pt x="32220" y="60973"/>
                </a:lnTo>
                <a:lnTo>
                  <a:pt x="36777" y="60973"/>
                </a:lnTo>
                <a:close/>
                <a:moveTo>
                  <a:pt x="36777" y="60731"/>
                </a:moveTo>
                <a:lnTo>
                  <a:pt x="32220" y="60731"/>
                </a:lnTo>
                <a:lnTo>
                  <a:pt x="32220" y="56134"/>
                </a:lnTo>
                <a:lnTo>
                  <a:pt x="36777" y="56134"/>
                </a:lnTo>
                <a:close/>
                <a:moveTo>
                  <a:pt x="36777" y="55892"/>
                </a:moveTo>
                <a:lnTo>
                  <a:pt x="32220" y="55892"/>
                </a:lnTo>
                <a:lnTo>
                  <a:pt x="32220" y="51335"/>
                </a:lnTo>
                <a:lnTo>
                  <a:pt x="36777" y="51335"/>
                </a:lnTo>
                <a:close/>
                <a:moveTo>
                  <a:pt x="36777" y="51093"/>
                </a:moveTo>
                <a:lnTo>
                  <a:pt x="32220" y="51093"/>
                </a:lnTo>
                <a:lnTo>
                  <a:pt x="32220" y="46536"/>
                </a:lnTo>
                <a:lnTo>
                  <a:pt x="36777" y="46536"/>
                </a:lnTo>
                <a:close/>
                <a:moveTo>
                  <a:pt x="36777" y="46294"/>
                </a:moveTo>
                <a:lnTo>
                  <a:pt x="32220" y="46294"/>
                </a:lnTo>
                <a:lnTo>
                  <a:pt x="32220" y="41697"/>
                </a:lnTo>
                <a:lnTo>
                  <a:pt x="36777" y="41697"/>
                </a:lnTo>
                <a:close/>
                <a:moveTo>
                  <a:pt x="36777" y="41455"/>
                </a:moveTo>
                <a:lnTo>
                  <a:pt x="32220" y="41455"/>
                </a:lnTo>
                <a:lnTo>
                  <a:pt x="32220" y="36898"/>
                </a:lnTo>
                <a:lnTo>
                  <a:pt x="36777" y="36898"/>
                </a:lnTo>
                <a:close/>
                <a:moveTo>
                  <a:pt x="36777" y="36656"/>
                </a:moveTo>
                <a:lnTo>
                  <a:pt x="32220" y="36656"/>
                </a:lnTo>
                <a:lnTo>
                  <a:pt x="32220" y="32059"/>
                </a:lnTo>
                <a:lnTo>
                  <a:pt x="36777" y="32059"/>
                </a:lnTo>
                <a:close/>
                <a:moveTo>
                  <a:pt x="36777" y="31817"/>
                </a:moveTo>
                <a:lnTo>
                  <a:pt x="32220" y="31817"/>
                </a:lnTo>
                <a:lnTo>
                  <a:pt x="32220" y="27260"/>
                </a:lnTo>
                <a:lnTo>
                  <a:pt x="36777" y="27260"/>
                </a:lnTo>
                <a:close/>
                <a:moveTo>
                  <a:pt x="36777" y="27018"/>
                </a:moveTo>
                <a:lnTo>
                  <a:pt x="32220" y="27018"/>
                </a:lnTo>
                <a:lnTo>
                  <a:pt x="32220" y="22462"/>
                </a:lnTo>
                <a:lnTo>
                  <a:pt x="36777" y="22462"/>
                </a:lnTo>
                <a:close/>
                <a:moveTo>
                  <a:pt x="36777" y="22220"/>
                </a:moveTo>
                <a:lnTo>
                  <a:pt x="32220" y="22220"/>
                </a:lnTo>
                <a:lnTo>
                  <a:pt x="32220" y="17622"/>
                </a:lnTo>
                <a:lnTo>
                  <a:pt x="36777" y="17622"/>
                </a:lnTo>
                <a:close/>
                <a:moveTo>
                  <a:pt x="36777" y="17380"/>
                </a:moveTo>
                <a:lnTo>
                  <a:pt x="32220" y="17380"/>
                </a:lnTo>
                <a:lnTo>
                  <a:pt x="32220" y="12824"/>
                </a:lnTo>
                <a:lnTo>
                  <a:pt x="36777" y="12824"/>
                </a:lnTo>
                <a:close/>
                <a:moveTo>
                  <a:pt x="36777" y="12582"/>
                </a:moveTo>
                <a:lnTo>
                  <a:pt x="32220" y="12582"/>
                </a:lnTo>
                <a:lnTo>
                  <a:pt x="32220" y="8025"/>
                </a:lnTo>
                <a:lnTo>
                  <a:pt x="36777" y="8025"/>
                </a:lnTo>
                <a:close/>
                <a:moveTo>
                  <a:pt x="36777" y="7783"/>
                </a:moveTo>
                <a:lnTo>
                  <a:pt x="32220" y="7783"/>
                </a:lnTo>
                <a:lnTo>
                  <a:pt x="32220" y="3307"/>
                </a:lnTo>
                <a:lnTo>
                  <a:pt x="36777" y="3307"/>
                </a:lnTo>
                <a:lnTo>
                  <a:pt x="36777" y="7904"/>
                </a:lnTo>
                <a:close/>
                <a:moveTo>
                  <a:pt x="41616" y="89564"/>
                </a:moveTo>
                <a:lnTo>
                  <a:pt x="37019" y="89564"/>
                </a:lnTo>
                <a:lnTo>
                  <a:pt x="37019" y="85007"/>
                </a:lnTo>
                <a:lnTo>
                  <a:pt x="41616" y="85007"/>
                </a:lnTo>
                <a:close/>
                <a:moveTo>
                  <a:pt x="41616" y="84765"/>
                </a:moveTo>
                <a:lnTo>
                  <a:pt x="37019" y="84765"/>
                </a:lnTo>
                <a:lnTo>
                  <a:pt x="37019" y="80168"/>
                </a:lnTo>
                <a:lnTo>
                  <a:pt x="41616" y="80168"/>
                </a:lnTo>
                <a:close/>
                <a:moveTo>
                  <a:pt x="41616" y="79926"/>
                </a:moveTo>
                <a:lnTo>
                  <a:pt x="37019" y="79926"/>
                </a:lnTo>
                <a:lnTo>
                  <a:pt x="37019" y="75369"/>
                </a:lnTo>
                <a:lnTo>
                  <a:pt x="41616" y="75369"/>
                </a:lnTo>
                <a:close/>
                <a:moveTo>
                  <a:pt x="41616" y="75127"/>
                </a:moveTo>
                <a:lnTo>
                  <a:pt x="37019" y="75127"/>
                </a:lnTo>
                <a:lnTo>
                  <a:pt x="37019" y="70570"/>
                </a:lnTo>
                <a:lnTo>
                  <a:pt x="41616" y="70570"/>
                </a:lnTo>
                <a:close/>
                <a:moveTo>
                  <a:pt x="41616" y="70329"/>
                </a:moveTo>
                <a:lnTo>
                  <a:pt x="37019" y="70329"/>
                </a:lnTo>
                <a:lnTo>
                  <a:pt x="37019" y="65731"/>
                </a:lnTo>
                <a:lnTo>
                  <a:pt x="41616" y="65731"/>
                </a:lnTo>
                <a:close/>
                <a:moveTo>
                  <a:pt x="41616" y="65489"/>
                </a:moveTo>
                <a:lnTo>
                  <a:pt x="37019" y="65489"/>
                </a:lnTo>
                <a:lnTo>
                  <a:pt x="37019" y="60933"/>
                </a:lnTo>
                <a:lnTo>
                  <a:pt x="41616" y="60933"/>
                </a:lnTo>
                <a:close/>
                <a:moveTo>
                  <a:pt x="41616" y="60691"/>
                </a:moveTo>
                <a:lnTo>
                  <a:pt x="37019" y="60691"/>
                </a:lnTo>
                <a:lnTo>
                  <a:pt x="37019" y="56134"/>
                </a:lnTo>
                <a:lnTo>
                  <a:pt x="41616" y="56134"/>
                </a:lnTo>
                <a:close/>
                <a:moveTo>
                  <a:pt x="41616" y="55892"/>
                </a:moveTo>
                <a:lnTo>
                  <a:pt x="37019" y="55892"/>
                </a:lnTo>
                <a:lnTo>
                  <a:pt x="37019" y="51295"/>
                </a:lnTo>
                <a:lnTo>
                  <a:pt x="41616" y="51295"/>
                </a:lnTo>
                <a:close/>
                <a:moveTo>
                  <a:pt x="41616" y="51053"/>
                </a:moveTo>
                <a:lnTo>
                  <a:pt x="37019" y="51053"/>
                </a:lnTo>
                <a:lnTo>
                  <a:pt x="37019" y="46496"/>
                </a:lnTo>
                <a:lnTo>
                  <a:pt x="41616" y="46496"/>
                </a:lnTo>
                <a:close/>
                <a:moveTo>
                  <a:pt x="41616" y="46254"/>
                </a:moveTo>
                <a:lnTo>
                  <a:pt x="37019" y="46254"/>
                </a:lnTo>
                <a:lnTo>
                  <a:pt x="37019" y="41697"/>
                </a:lnTo>
                <a:lnTo>
                  <a:pt x="41616" y="41697"/>
                </a:lnTo>
                <a:close/>
                <a:moveTo>
                  <a:pt x="41616" y="41455"/>
                </a:moveTo>
                <a:lnTo>
                  <a:pt x="37019" y="41455"/>
                </a:lnTo>
                <a:lnTo>
                  <a:pt x="37019" y="36858"/>
                </a:lnTo>
                <a:lnTo>
                  <a:pt x="41616" y="36858"/>
                </a:lnTo>
                <a:close/>
                <a:moveTo>
                  <a:pt x="41616" y="36616"/>
                </a:moveTo>
                <a:lnTo>
                  <a:pt x="37019" y="36616"/>
                </a:lnTo>
                <a:lnTo>
                  <a:pt x="37019" y="32059"/>
                </a:lnTo>
                <a:lnTo>
                  <a:pt x="41616" y="32059"/>
                </a:lnTo>
                <a:close/>
                <a:moveTo>
                  <a:pt x="41616" y="31817"/>
                </a:moveTo>
                <a:lnTo>
                  <a:pt x="37019" y="31817"/>
                </a:lnTo>
                <a:lnTo>
                  <a:pt x="37019" y="27220"/>
                </a:lnTo>
                <a:lnTo>
                  <a:pt x="41616" y="27220"/>
                </a:lnTo>
                <a:close/>
                <a:moveTo>
                  <a:pt x="41616" y="26978"/>
                </a:moveTo>
                <a:lnTo>
                  <a:pt x="37019" y="26978"/>
                </a:lnTo>
                <a:lnTo>
                  <a:pt x="37019" y="22421"/>
                </a:lnTo>
                <a:lnTo>
                  <a:pt x="41616" y="22421"/>
                </a:lnTo>
                <a:close/>
                <a:moveTo>
                  <a:pt x="41616" y="22179"/>
                </a:moveTo>
                <a:lnTo>
                  <a:pt x="37019" y="22179"/>
                </a:lnTo>
                <a:lnTo>
                  <a:pt x="37019" y="17622"/>
                </a:lnTo>
                <a:lnTo>
                  <a:pt x="41616" y="17622"/>
                </a:lnTo>
                <a:close/>
                <a:moveTo>
                  <a:pt x="41616" y="17380"/>
                </a:moveTo>
                <a:lnTo>
                  <a:pt x="37019" y="17380"/>
                </a:lnTo>
                <a:lnTo>
                  <a:pt x="37019" y="12783"/>
                </a:lnTo>
                <a:lnTo>
                  <a:pt x="41616" y="12783"/>
                </a:lnTo>
                <a:close/>
                <a:moveTo>
                  <a:pt x="41616" y="12541"/>
                </a:moveTo>
                <a:lnTo>
                  <a:pt x="37019" y="12541"/>
                </a:lnTo>
                <a:lnTo>
                  <a:pt x="37019" y="7985"/>
                </a:lnTo>
                <a:lnTo>
                  <a:pt x="41616" y="7985"/>
                </a:lnTo>
                <a:close/>
                <a:moveTo>
                  <a:pt x="41616" y="7743"/>
                </a:moveTo>
                <a:lnTo>
                  <a:pt x="37019" y="7743"/>
                </a:lnTo>
                <a:lnTo>
                  <a:pt x="37019" y="3307"/>
                </a:lnTo>
                <a:lnTo>
                  <a:pt x="41616" y="3307"/>
                </a:lnTo>
                <a:lnTo>
                  <a:pt x="41616" y="7904"/>
                </a:lnTo>
                <a:close/>
                <a:moveTo>
                  <a:pt x="46415" y="89564"/>
                </a:moveTo>
                <a:lnTo>
                  <a:pt x="41858" y="89564"/>
                </a:lnTo>
                <a:lnTo>
                  <a:pt x="41858" y="84967"/>
                </a:lnTo>
                <a:lnTo>
                  <a:pt x="46415" y="84967"/>
                </a:lnTo>
                <a:close/>
                <a:moveTo>
                  <a:pt x="46415" y="84725"/>
                </a:moveTo>
                <a:lnTo>
                  <a:pt x="41858" y="84725"/>
                </a:lnTo>
                <a:lnTo>
                  <a:pt x="41858" y="80168"/>
                </a:lnTo>
                <a:lnTo>
                  <a:pt x="46415" y="80168"/>
                </a:lnTo>
                <a:close/>
                <a:moveTo>
                  <a:pt x="46415" y="79926"/>
                </a:moveTo>
                <a:lnTo>
                  <a:pt x="41858" y="79926"/>
                </a:lnTo>
                <a:lnTo>
                  <a:pt x="41858" y="75329"/>
                </a:lnTo>
                <a:lnTo>
                  <a:pt x="46415" y="75329"/>
                </a:lnTo>
                <a:close/>
                <a:moveTo>
                  <a:pt x="46415" y="75087"/>
                </a:moveTo>
                <a:lnTo>
                  <a:pt x="41858" y="75087"/>
                </a:lnTo>
                <a:lnTo>
                  <a:pt x="41858" y="70530"/>
                </a:lnTo>
                <a:lnTo>
                  <a:pt x="46415" y="70530"/>
                </a:lnTo>
                <a:close/>
                <a:moveTo>
                  <a:pt x="46415" y="70288"/>
                </a:moveTo>
                <a:lnTo>
                  <a:pt x="41858" y="70288"/>
                </a:lnTo>
                <a:lnTo>
                  <a:pt x="41858" y="65731"/>
                </a:lnTo>
                <a:lnTo>
                  <a:pt x="46415" y="65731"/>
                </a:lnTo>
                <a:close/>
                <a:moveTo>
                  <a:pt x="46415" y="65489"/>
                </a:moveTo>
                <a:lnTo>
                  <a:pt x="41858" y="65489"/>
                </a:lnTo>
                <a:lnTo>
                  <a:pt x="41858" y="60892"/>
                </a:lnTo>
                <a:lnTo>
                  <a:pt x="46415" y="60892"/>
                </a:lnTo>
                <a:close/>
                <a:moveTo>
                  <a:pt x="46415" y="60650"/>
                </a:moveTo>
                <a:lnTo>
                  <a:pt x="41858" y="60650"/>
                </a:lnTo>
                <a:lnTo>
                  <a:pt x="41858" y="56093"/>
                </a:lnTo>
                <a:lnTo>
                  <a:pt x="46415" y="56093"/>
                </a:lnTo>
                <a:close/>
                <a:moveTo>
                  <a:pt x="46415" y="55851"/>
                </a:moveTo>
                <a:lnTo>
                  <a:pt x="41858" y="55851"/>
                </a:lnTo>
                <a:lnTo>
                  <a:pt x="41858" y="51295"/>
                </a:lnTo>
                <a:lnTo>
                  <a:pt x="46415" y="51295"/>
                </a:lnTo>
                <a:close/>
                <a:moveTo>
                  <a:pt x="46415" y="51053"/>
                </a:moveTo>
                <a:lnTo>
                  <a:pt x="41858" y="51053"/>
                </a:lnTo>
                <a:lnTo>
                  <a:pt x="41858" y="46456"/>
                </a:lnTo>
                <a:lnTo>
                  <a:pt x="46415" y="46456"/>
                </a:lnTo>
                <a:close/>
                <a:moveTo>
                  <a:pt x="46415" y="46214"/>
                </a:moveTo>
                <a:lnTo>
                  <a:pt x="41858" y="46214"/>
                </a:lnTo>
                <a:lnTo>
                  <a:pt x="41858" y="41657"/>
                </a:lnTo>
                <a:lnTo>
                  <a:pt x="46415" y="41657"/>
                </a:lnTo>
                <a:close/>
                <a:moveTo>
                  <a:pt x="46415" y="41415"/>
                </a:moveTo>
                <a:lnTo>
                  <a:pt x="41858" y="41415"/>
                </a:lnTo>
                <a:lnTo>
                  <a:pt x="41858" y="36858"/>
                </a:lnTo>
                <a:lnTo>
                  <a:pt x="46415" y="36858"/>
                </a:lnTo>
                <a:close/>
                <a:moveTo>
                  <a:pt x="46415" y="36616"/>
                </a:moveTo>
                <a:lnTo>
                  <a:pt x="41858" y="36616"/>
                </a:lnTo>
                <a:lnTo>
                  <a:pt x="41858" y="32019"/>
                </a:lnTo>
                <a:lnTo>
                  <a:pt x="46415" y="32019"/>
                </a:lnTo>
                <a:close/>
                <a:moveTo>
                  <a:pt x="46415" y="31777"/>
                </a:moveTo>
                <a:lnTo>
                  <a:pt x="41858" y="31777"/>
                </a:lnTo>
                <a:lnTo>
                  <a:pt x="41858" y="27220"/>
                </a:lnTo>
                <a:lnTo>
                  <a:pt x="46415" y="27220"/>
                </a:lnTo>
                <a:close/>
                <a:moveTo>
                  <a:pt x="46415" y="26978"/>
                </a:moveTo>
                <a:lnTo>
                  <a:pt x="41858" y="26978"/>
                </a:lnTo>
                <a:lnTo>
                  <a:pt x="41858" y="22381"/>
                </a:lnTo>
                <a:lnTo>
                  <a:pt x="46415" y="22381"/>
                </a:lnTo>
                <a:close/>
                <a:moveTo>
                  <a:pt x="46415" y="22139"/>
                </a:moveTo>
                <a:lnTo>
                  <a:pt x="41858" y="22139"/>
                </a:lnTo>
                <a:lnTo>
                  <a:pt x="41858" y="17582"/>
                </a:lnTo>
                <a:lnTo>
                  <a:pt x="46415" y="17582"/>
                </a:lnTo>
                <a:close/>
                <a:moveTo>
                  <a:pt x="46415" y="17340"/>
                </a:moveTo>
                <a:lnTo>
                  <a:pt x="41858" y="17340"/>
                </a:lnTo>
                <a:lnTo>
                  <a:pt x="41858" y="12783"/>
                </a:lnTo>
                <a:lnTo>
                  <a:pt x="46415" y="12783"/>
                </a:lnTo>
                <a:close/>
                <a:moveTo>
                  <a:pt x="46415" y="12541"/>
                </a:moveTo>
                <a:lnTo>
                  <a:pt x="41858" y="12541"/>
                </a:lnTo>
                <a:lnTo>
                  <a:pt x="41858" y="7944"/>
                </a:lnTo>
                <a:lnTo>
                  <a:pt x="46415" y="7944"/>
                </a:lnTo>
                <a:close/>
                <a:moveTo>
                  <a:pt x="46415" y="7702"/>
                </a:moveTo>
                <a:lnTo>
                  <a:pt x="41858" y="7702"/>
                </a:lnTo>
                <a:lnTo>
                  <a:pt x="41858" y="3307"/>
                </a:lnTo>
                <a:lnTo>
                  <a:pt x="46415" y="3307"/>
                </a:lnTo>
                <a:lnTo>
                  <a:pt x="46415" y="7904"/>
                </a:lnTo>
                <a:close/>
                <a:moveTo>
                  <a:pt x="51214" y="89524"/>
                </a:moveTo>
                <a:lnTo>
                  <a:pt x="46657" y="89524"/>
                </a:lnTo>
                <a:lnTo>
                  <a:pt x="46657" y="84967"/>
                </a:lnTo>
                <a:lnTo>
                  <a:pt x="51214" y="84967"/>
                </a:lnTo>
                <a:close/>
                <a:moveTo>
                  <a:pt x="51214" y="84685"/>
                </a:moveTo>
                <a:lnTo>
                  <a:pt x="46657" y="84685"/>
                </a:lnTo>
                <a:lnTo>
                  <a:pt x="46657" y="80128"/>
                </a:lnTo>
                <a:lnTo>
                  <a:pt x="51214" y="80128"/>
                </a:lnTo>
                <a:close/>
                <a:moveTo>
                  <a:pt x="51214" y="79886"/>
                </a:moveTo>
                <a:lnTo>
                  <a:pt x="46657" y="79886"/>
                </a:lnTo>
                <a:lnTo>
                  <a:pt x="46657" y="75329"/>
                </a:lnTo>
                <a:lnTo>
                  <a:pt x="51214" y="75329"/>
                </a:lnTo>
                <a:close/>
                <a:moveTo>
                  <a:pt x="51214" y="75087"/>
                </a:moveTo>
                <a:lnTo>
                  <a:pt x="46657" y="75087"/>
                </a:lnTo>
                <a:lnTo>
                  <a:pt x="46657" y="70490"/>
                </a:lnTo>
                <a:lnTo>
                  <a:pt x="51214" y="70490"/>
                </a:lnTo>
                <a:close/>
                <a:moveTo>
                  <a:pt x="51214" y="70248"/>
                </a:moveTo>
                <a:lnTo>
                  <a:pt x="46657" y="70248"/>
                </a:lnTo>
                <a:lnTo>
                  <a:pt x="46657" y="65691"/>
                </a:lnTo>
                <a:lnTo>
                  <a:pt x="51214" y="65691"/>
                </a:lnTo>
                <a:close/>
                <a:moveTo>
                  <a:pt x="51214" y="65449"/>
                </a:moveTo>
                <a:lnTo>
                  <a:pt x="46657" y="65449"/>
                </a:lnTo>
                <a:lnTo>
                  <a:pt x="46657" y="60892"/>
                </a:lnTo>
                <a:lnTo>
                  <a:pt x="51214" y="60892"/>
                </a:lnTo>
                <a:close/>
                <a:moveTo>
                  <a:pt x="51214" y="60650"/>
                </a:moveTo>
                <a:lnTo>
                  <a:pt x="46657" y="60650"/>
                </a:lnTo>
                <a:lnTo>
                  <a:pt x="46657" y="56053"/>
                </a:lnTo>
                <a:lnTo>
                  <a:pt x="51214" y="56053"/>
                </a:lnTo>
                <a:close/>
                <a:moveTo>
                  <a:pt x="51214" y="55811"/>
                </a:moveTo>
                <a:lnTo>
                  <a:pt x="46657" y="55811"/>
                </a:lnTo>
                <a:lnTo>
                  <a:pt x="46657" y="51254"/>
                </a:lnTo>
                <a:lnTo>
                  <a:pt x="51214" y="51254"/>
                </a:lnTo>
                <a:close/>
                <a:moveTo>
                  <a:pt x="51214" y="51012"/>
                </a:moveTo>
                <a:lnTo>
                  <a:pt x="46657" y="51012"/>
                </a:lnTo>
                <a:lnTo>
                  <a:pt x="46657" y="46456"/>
                </a:lnTo>
                <a:lnTo>
                  <a:pt x="51214" y="46456"/>
                </a:lnTo>
                <a:close/>
                <a:moveTo>
                  <a:pt x="51214" y="46214"/>
                </a:moveTo>
                <a:lnTo>
                  <a:pt x="46657" y="46214"/>
                </a:lnTo>
                <a:lnTo>
                  <a:pt x="46657" y="41616"/>
                </a:lnTo>
                <a:lnTo>
                  <a:pt x="51214" y="41616"/>
                </a:lnTo>
                <a:close/>
                <a:moveTo>
                  <a:pt x="51214" y="41374"/>
                </a:moveTo>
                <a:lnTo>
                  <a:pt x="46657" y="41374"/>
                </a:lnTo>
                <a:lnTo>
                  <a:pt x="46657" y="36818"/>
                </a:lnTo>
                <a:lnTo>
                  <a:pt x="51214" y="36818"/>
                </a:lnTo>
                <a:close/>
                <a:moveTo>
                  <a:pt x="51214" y="36576"/>
                </a:moveTo>
                <a:lnTo>
                  <a:pt x="46657" y="36576"/>
                </a:lnTo>
                <a:lnTo>
                  <a:pt x="46657" y="32019"/>
                </a:lnTo>
                <a:lnTo>
                  <a:pt x="51214" y="32019"/>
                </a:lnTo>
                <a:close/>
                <a:moveTo>
                  <a:pt x="51214" y="31777"/>
                </a:moveTo>
                <a:lnTo>
                  <a:pt x="46657" y="31777"/>
                </a:lnTo>
                <a:lnTo>
                  <a:pt x="46657" y="27180"/>
                </a:lnTo>
                <a:lnTo>
                  <a:pt x="51214" y="27180"/>
                </a:lnTo>
                <a:close/>
                <a:moveTo>
                  <a:pt x="51214" y="26938"/>
                </a:moveTo>
                <a:lnTo>
                  <a:pt x="46657" y="26938"/>
                </a:lnTo>
                <a:lnTo>
                  <a:pt x="46657" y="22381"/>
                </a:lnTo>
                <a:lnTo>
                  <a:pt x="51214" y="22381"/>
                </a:lnTo>
                <a:close/>
                <a:moveTo>
                  <a:pt x="51214" y="22139"/>
                </a:moveTo>
                <a:lnTo>
                  <a:pt x="46657" y="22139"/>
                </a:lnTo>
                <a:lnTo>
                  <a:pt x="46657" y="17582"/>
                </a:lnTo>
                <a:lnTo>
                  <a:pt x="51214" y="17582"/>
                </a:lnTo>
                <a:close/>
                <a:moveTo>
                  <a:pt x="51214" y="17340"/>
                </a:moveTo>
                <a:lnTo>
                  <a:pt x="46657" y="17340"/>
                </a:lnTo>
                <a:lnTo>
                  <a:pt x="46657" y="12743"/>
                </a:lnTo>
                <a:lnTo>
                  <a:pt x="51214" y="12743"/>
                </a:lnTo>
                <a:close/>
                <a:moveTo>
                  <a:pt x="51214" y="12501"/>
                </a:moveTo>
                <a:lnTo>
                  <a:pt x="46657" y="12501"/>
                </a:lnTo>
                <a:lnTo>
                  <a:pt x="46657" y="7944"/>
                </a:lnTo>
                <a:lnTo>
                  <a:pt x="51214" y="7944"/>
                </a:lnTo>
                <a:close/>
                <a:moveTo>
                  <a:pt x="51214" y="7702"/>
                </a:moveTo>
                <a:lnTo>
                  <a:pt x="46657" y="7702"/>
                </a:lnTo>
                <a:lnTo>
                  <a:pt x="46657" y="3307"/>
                </a:lnTo>
                <a:lnTo>
                  <a:pt x="51214" y="3307"/>
                </a:lnTo>
                <a:lnTo>
                  <a:pt x="51214" y="7904"/>
                </a:lnTo>
                <a:close/>
                <a:moveTo>
                  <a:pt x="56053" y="89483"/>
                </a:moveTo>
                <a:lnTo>
                  <a:pt x="51456" y="89483"/>
                </a:lnTo>
                <a:lnTo>
                  <a:pt x="51456" y="84927"/>
                </a:lnTo>
                <a:lnTo>
                  <a:pt x="56053" y="84927"/>
                </a:lnTo>
                <a:close/>
                <a:moveTo>
                  <a:pt x="56053" y="84685"/>
                </a:moveTo>
                <a:lnTo>
                  <a:pt x="51456" y="84685"/>
                </a:lnTo>
                <a:lnTo>
                  <a:pt x="51456" y="80087"/>
                </a:lnTo>
                <a:lnTo>
                  <a:pt x="56053" y="80087"/>
                </a:lnTo>
                <a:close/>
                <a:moveTo>
                  <a:pt x="56053" y="79845"/>
                </a:moveTo>
                <a:lnTo>
                  <a:pt x="51456" y="79845"/>
                </a:lnTo>
                <a:lnTo>
                  <a:pt x="51456" y="75289"/>
                </a:lnTo>
                <a:lnTo>
                  <a:pt x="56053" y="75289"/>
                </a:lnTo>
                <a:close/>
                <a:moveTo>
                  <a:pt x="56053" y="75047"/>
                </a:moveTo>
                <a:lnTo>
                  <a:pt x="51456" y="75047"/>
                </a:lnTo>
                <a:lnTo>
                  <a:pt x="51456" y="70490"/>
                </a:lnTo>
                <a:lnTo>
                  <a:pt x="56053" y="70490"/>
                </a:lnTo>
                <a:close/>
                <a:moveTo>
                  <a:pt x="56053" y="70248"/>
                </a:moveTo>
                <a:lnTo>
                  <a:pt x="51456" y="70248"/>
                </a:lnTo>
                <a:lnTo>
                  <a:pt x="51456" y="65651"/>
                </a:lnTo>
                <a:lnTo>
                  <a:pt x="56053" y="65651"/>
                </a:lnTo>
                <a:close/>
                <a:moveTo>
                  <a:pt x="56053" y="65409"/>
                </a:moveTo>
                <a:lnTo>
                  <a:pt x="51456" y="65409"/>
                </a:lnTo>
                <a:lnTo>
                  <a:pt x="51456" y="60852"/>
                </a:lnTo>
                <a:lnTo>
                  <a:pt x="56053" y="60852"/>
                </a:lnTo>
                <a:close/>
                <a:moveTo>
                  <a:pt x="56053" y="60610"/>
                </a:moveTo>
                <a:lnTo>
                  <a:pt x="51456" y="60610"/>
                </a:lnTo>
                <a:lnTo>
                  <a:pt x="51456" y="56053"/>
                </a:lnTo>
                <a:lnTo>
                  <a:pt x="56053" y="56053"/>
                </a:lnTo>
                <a:close/>
                <a:moveTo>
                  <a:pt x="56053" y="55811"/>
                </a:moveTo>
                <a:lnTo>
                  <a:pt x="51456" y="55811"/>
                </a:lnTo>
                <a:lnTo>
                  <a:pt x="51456" y="51214"/>
                </a:lnTo>
                <a:lnTo>
                  <a:pt x="56053" y="51214"/>
                </a:lnTo>
                <a:close/>
                <a:moveTo>
                  <a:pt x="56053" y="50972"/>
                </a:moveTo>
                <a:lnTo>
                  <a:pt x="51456" y="50972"/>
                </a:lnTo>
                <a:lnTo>
                  <a:pt x="51456" y="46415"/>
                </a:lnTo>
                <a:lnTo>
                  <a:pt x="56053" y="46415"/>
                </a:lnTo>
                <a:close/>
                <a:moveTo>
                  <a:pt x="56053" y="46173"/>
                </a:moveTo>
                <a:lnTo>
                  <a:pt x="51456" y="46173"/>
                </a:lnTo>
                <a:lnTo>
                  <a:pt x="51456" y="41616"/>
                </a:lnTo>
                <a:lnTo>
                  <a:pt x="56053" y="41616"/>
                </a:lnTo>
                <a:close/>
                <a:moveTo>
                  <a:pt x="56053" y="41374"/>
                </a:moveTo>
                <a:lnTo>
                  <a:pt x="51456" y="41374"/>
                </a:lnTo>
                <a:lnTo>
                  <a:pt x="51456" y="36777"/>
                </a:lnTo>
                <a:lnTo>
                  <a:pt x="56053" y="36777"/>
                </a:lnTo>
                <a:close/>
                <a:moveTo>
                  <a:pt x="56053" y="36535"/>
                </a:moveTo>
                <a:lnTo>
                  <a:pt x="51456" y="36535"/>
                </a:lnTo>
                <a:lnTo>
                  <a:pt x="51456" y="31978"/>
                </a:lnTo>
                <a:lnTo>
                  <a:pt x="56053" y="31978"/>
                </a:lnTo>
                <a:close/>
                <a:moveTo>
                  <a:pt x="56053" y="31737"/>
                </a:moveTo>
                <a:lnTo>
                  <a:pt x="51456" y="31737"/>
                </a:lnTo>
                <a:lnTo>
                  <a:pt x="51456" y="27180"/>
                </a:lnTo>
                <a:lnTo>
                  <a:pt x="56053" y="27180"/>
                </a:lnTo>
                <a:close/>
                <a:moveTo>
                  <a:pt x="56053" y="26938"/>
                </a:moveTo>
                <a:lnTo>
                  <a:pt x="51456" y="26938"/>
                </a:lnTo>
                <a:lnTo>
                  <a:pt x="51456" y="22341"/>
                </a:lnTo>
                <a:lnTo>
                  <a:pt x="56053" y="22341"/>
                </a:lnTo>
                <a:close/>
                <a:moveTo>
                  <a:pt x="56053" y="22099"/>
                </a:moveTo>
                <a:lnTo>
                  <a:pt x="51456" y="22099"/>
                </a:lnTo>
                <a:lnTo>
                  <a:pt x="51456" y="17542"/>
                </a:lnTo>
                <a:lnTo>
                  <a:pt x="56053" y="17542"/>
                </a:lnTo>
                <a:close/>
                <a:moveTo>
                  <a:pt x="56053" y="17300"/>
                </a:moveTo>
                <a:lnTo>
                  <a:pt x="51456" y="17300"/>
                </a:lnTo>
                <a:lnTo>
                  <a:pt x="51456" y="12743"/>
                </a:lnTo>
                <a:lnTo>
                  <a:pt x="56053" y="12743"/>
                </a:lnTo>
                <a:close/>
                <a:moveTo>
                  <a:pt x="56053" y="12501"/>
                </a:moveTo>
                <a:lnTo>
                  <a:pt x="51456" y="12501"/>
                </a:lnTo>
                <a:lnTo>
                  <a:pt x="51456" y="7904"/>
                </a:lnTo>
                <a:lnTo>
                  <a:pt x="56053" y="7904"/>
                </a:lnTo>
                <a:close/>
                <a:moveTo>
                  <a:pt x="56053" y="7662"/>
                </a:moveTo>
                <a:lnTo>
                  <a:pt x="51456" y="7662"/>
                </a:lnTo>
                <a:lnTo>
                  <a:pt x="51456" y="3307"/>
                </a:lnTo>
                <a:lnTo>
                  <a:pt x="56053" y="3307"/>
                </a:lnTo>
                <a:lnTo>
                  <a:pt x="56053" y="7904"/>
                </a:lnTo>
                <a:close/>
                <a:moveTo>
                  <a:pt x="60852" y="89483"/>
                </a:moveTo>
                <a:lnTo>
                  <a:pt x="56295" y="89483"/>
                </a:lnTo>
                <a:lnTo>
                  <a:pt x="56295" y="84886"/>
                </a:lnTo>
                <a:lnTo>
                  <a:pt x="60852" y="84886"/>
                </a:lnTo>
                <a:close/>
                <a:moveTo>
                  <a:pt x="60852" y="84644"/>
                </a:moveTo>
                <a:lnTo>
                  <a:pt x="56295" y="84644"/>
                </a:lnTo>
                <a:lnTo>
                  <a:pt x="56295" y="80087"/>
                </a:lnTo>
                <a:lnTo>
                  <a:pt x="60852" y="80087"/>
                </a:lnTo>
                <a:close/>
                <a:moveTo>
                  <a:pt x="60852" y="79845"/>
                </a:moveTo>
                <a:lnTo>
                  <a:pt x="56295" y="79845"/>
                </a:lnTo>
                <a:lnTo>
                  <a:pt x="56295" y="75248"/>
                </a:lnTo>
                <a:lnTo>
                  <a:pt x="60852" y="75248"/>
                </a:lnTo>
                <a:close/>
                <a:moveTo>
                  <a:pt x="60852" y="75006"/>
                </a:moveTo>
                <a:lnTo>
                  <a:pt x="56295" y="75006"/>
                </a:lnTo>
                <a:lnTo>
                  <a:pt x="56295" y="70449"/>
                </a:lnTo>
                <a:lnTo>
                  <a:pt x="60852" y="70449"/>
                </a:lnTo>
                <a:close/>
                <a:moveTo>
                  <a:pt x="60852" y="70208"/>
                </a:moveTo>
                <a:lnTo>
                  <a:pt x="56295" y="70208"/>
                </a:lnTo>
                <a:lnTo>
                  <a:pt x="56295" y="65651"/>
                </a:lnTo>
                <a:lnTo>
                  <a:pt x="60852" y="65651"/>
                </a:lnTo>
                <a:close/>
                <a:moveTo>
                  <a:pt x="60852" y="65409"/>
                </a:moveTo>
                <a:lnTo>
                  <a:pt x="56295" y="65409"/>
                </a:lnTo>
                <a:lnTo>
                  <a:pt x="56295" y="60812"/>
                </a:lnTo>
                <a:lnTo>
                  <a:pt x="60852" y="60812"/>
                </a:lnTo>
                <a:close/>
                <a:moveTo>
                  <a:pt x="60852" y="60570"/>
                </a:moveTo>
                <a:lnTo>
                  <a:pt x="56295" y="60570"/>
                </a:lnTo>
                <a:lnTo>
                  <a:pt x="56295" y="56013"/>
                </a:lnTo>
                <a:lnTo>
                  <a:pt x="60852" y="56013"/>
                </a:lnTo>
                <a:close/>
                <a:moveTo>
                  <a:pt x="60852" y="55771"/>
                </a:moveTo>
                <a:lnTo>
                  <a:pt x="56295" y="55771"/>
                </a:lnTo>
                <a:lnTo>
                  <a:pt x="56295" y="51214"/>
                </a:lnTo>
                <a:lnTo>
                  <a:pt x="60852" y="51214"/>
                </a:lnTo>
                <a:close/>
                <a:moveTo>
                  <a:pt x="60852" y="50972"/>
                </a:moveTo>
                <a:lnTo>
                  <a:pt x="56295" y="50972"/>
                </a:lnTo>
                <a:lnTo>
                  <a:pt x="56295" y="46375"/>
                </a:lnTo>
                <a:lnTo>
                  <a:pt x="60852" y="46375"/>
                </a:lnTo>
                <a:close/>
                <a:moveTo>
                  <a:pt x="60852" y="46133"/>
                </a:moveTo>
                <a:lnTo>
                  <a:pt x="56295" y="46133"/>
                </a:lnTo>
                <a:lnTo>
                  <a:pt x="56295" y="41576"/>
                </a:lnTo>
                <a:lnTo>
                  <a:pt x="60852" y="41576"/>
                </a:lnTo>
                <a:close/>
                <a:moveTo>
                  <a:pt x="60852" y="41334"/>
                </a:moveTo>
                <a:lnTo>
                  <a:pt x="56295" y="41334"/>
                </a:lnTo>
                <a:lnTo>
                  <a:pt x="56295" y="36777"/>
                </a:lnTo>
                <a:lnTo>
                  <a:pt x="60852" y="36777"/>
                </a:lnTo>
                <a:close/>
                <a:moveTo>
                  <a:pt x="60852" y="36535"/>
                </a:moveTo>
                <a:lnTo>
                  <a:pt x="56295" y="36535"/>
                </a:lnTo>
                <a:lnTo>
                  <a:pt x="56295" y="31938"/>
                </a:lnTo>
                <a:lnTo>
                  <a:pt x="60852" y="31938"/>
                </a:lnTo>
                <a:close/>
                <a:moveTo>
                  <a:pt x="60852" y="31696"/>
                </a:moveTo>
                <a:lnTo>
                  <a:pt x="56295" y="31696"/>
                </a:lnTo>
                <a:lnTo>
                  <a:pt x="56295" y="27139"/>
                </a:lnTo>
                <a:lnTo>
                  <a:pt x="60852" y="27139"/>
                </a:lnTo>
                <a:close/>
                <a:moveTo>
                  <a:pt x="60852" y="26897"/>
                </a:moveTo>
                <a:lnTo>
                  <a:pt x="56295" y="26897"/>
                </a:lnTo>
                <a:lnTo>
                  <a:pt x="56295" y="22341"/>
                </a:lnTo>
                <a:lnTo>
                  <a:pt x="60852" y="22341"/>
                </a:lnTo>
                <a:close/>
                <a:moveTo>
                  <a:pt x="60852" y="22099"/>
                </a:moveTo>
                <a:lnTo>
                  <a:pt x="56295" y="22099"/>
                </a:lnTo>
                <a:lnTo>
                  <a:pt x="56295" y="17501"/>
                </a:lnTo>
                <a:lnTo>
                  <a:pt x="60852" y="17501"/>
                </a:lnTo>
                <a:close/>
                <a:moveTo>
                  <a:pt x="60852" y="17260"/>
                </a:moveTo>
                <a:lnTo>
                  <a:pt x="56295" y="17260"/>
                </a:lnTo>
                <a:lnTo>
                  <a:pt x="56295" y="12703"/>
                </a:lnTo>
                <a:lnTo>
                  <a:pt x="60852" y="12703"/>
                </a:lnTo>
                <a:close/>
                <a:moveTo>
                  <a:pt x="60852" y="12461"/>
                </a:moveTo>
                <a:lnTo>
                  <a:pt x="56295" y="12461"/>
                </a:lnTo>
                <a:lnTo>
                  <a:pt x="56295" y="7904"/>
                </a:lnTo>
                <a:lnTo>
                  <a:pt x="60852" y="7904"/>
                </a:lnTo>
                <a:close/>
                <a:moveTo>
                  <a:pt x="60852" y="7662"/>
                </a:moveTo>
                <a:lnTo>
                  <a:pt x="56295" y="7662"/>
                </a:lnTo>
                <a:lnTo>
                  <a:pt x="56295" y="3307"/>
                </a:lnTo>
                <a:lnTo>
                  <a:pt x="60852" y="3307"/>
                </a:lnTo>
                <a:lnTo>
                  <a:pt x="60852" y="7904"/>
                </a:lnTo>
                <a:close/>
                <a:moveTo>
                  <a:pt x="65651" y="84644"/>
                </a:moveTo>
                <a:lnTo>
                  <a:pt x="61094" y="84644"/>
                </a:lnTo>
                <a:lnTo>
                  <a:pt x="61094" y="80047"/>
                </a:lnTo>
                <a:lnTo>
                  <a:pt x="65651" y="80047"/>
                </a:lnTo>
                <a:close/>
                <a:moveTo>
                  <a:pt x="65651" y="79805"/>
                </a:moveTo>
                <a:lnTo>
                  <a:pt x="61094" y="79805"/>
                </a:lnTo>
                <a:lnTo>
                  <a:pt x="61094" y="75248"/>
                </a:lnTo>
                <a:lnTo>
                  <a:pt x="65651" y="75248"/>
                </a:lnTo>
                <a:close/>
                <a:moveTo>
                  <a:pt x="65651" y="75006"/>
                </a:moveTo>
                <a:lnTo>
                  <a:pt x="61094" y="75006"/>
                </a:lnTo>
                <a:lnTo>
                  <a:pt x="61094" y="70449"/>
                </a:lnTo>
                <a:lnTo>
                  <a:pt x="65651" y="70449"/>
                </a:lnTo>
                <a:close/>
                <a:moveTo>
                  <a:pt x="65651" y="70208"/>
                </a:moveTo>
                <a:lnTo>
                  <a:pt x="61094" y="70208"/>
                </a:lnTo>
                <a:lnTo>
                  <a:pt x="61094" y="65610"/>
                </a:lnTo>
                <a:lnTo>
                  <a:pt x="65651" y="65610"/>
                </a:lnTo>
                <a:close/>
                <a:moveTo>
                  <a:pt x="65651" y="65368"/>
                </a:moveTo>
                <a:lnTo>
                  <a:pt x="61094" y="65368"/>
                </a:lnTo>
                <a:lnTo>
                  <a:pt x="61094" y="60812"/>
                </a:lnTo>
                <a:lnTo>
                  <a:pt x="65651" y="60812"/>
                </a:lnTo>
                <a:close/>
                <a:moveTo>
                  <a:pt x="65651" y="60570"/>
                </a:moveTo>
                <a:lnTo>
                  <a:pt x="61094" y="60570"/>
                </a:lnTo>
                <a:lnTo>
                  <a:pt x="61094" y="56013"/>
                </a:lnTo>
                <a:lnTo>
                  <a:pt x="65651" y="56013"/>
                </a:lnTo>
                <a:close/>
                <a:moveTo>
                  <a:pt x="65651" y="55771"/>
                </a:moveTo>
                <a:lnTo>
                  <a:pt x="61094" y="55771"/>
                </a:lnTo>
                <a:lnTo>
                  <a:pt x="61094" y="51174"/>
                </a:lnTo>
                <a:lnTo>
                  <a:pt x="65651" y="51174"/>
                </a:lnTo>
                <a:close/>
                <a:moveTo>
                  <a:pt x="65651" y="50932"/>
                </a:moveTo>
                <a:lnTo>
                  <a:pt x="61094" y="50932"/>
                </a:lnTo>
                <a:lnTo>
                  <a:pt x="61094" y="46375"/>
                </a:lnTo>
                <a:lnTo>
                  <a:pt x="65651" y="46375"/>
                </a:lnTo>
                <a:close/>
                <a:moveTo>
                  <a:pt x="65651" y="46133"/>
                </a:moveTo>
                <a:lnTo>
                  <a:pt x="61094" y="46133"/>
                </a:lnTo>
                <a:lnTo>
                  <a:pt x="61094" y="41536"/>
                </a:lnTo>
                <a:lnTo>
                  <a:pt x="65651" y="41536"/>
                </a:lnTo>
                <a:close/>
                <a:moveTo>
                  <a:pt x="65651" y="41294"/>
                </a:moveTo>
                <a:lnTo>
                  <a:pt x="61094" y="41294"/>
                </a:lnTo>
                <a:lnTo>
                  <a:pt x="61094" y="36737"/>
                </a:lnTo>
                <a:lnTo>
                  <a:pt x="65651" y="36737"/>
                </a:lnTo>
                <a:close/>
                <a:moveTo>
                  <a:pt x="65651" y="36495"/>
                </a:moveTo>
                <a:lnTo>
                  <a:pt x="61094" y="36495"/>
                </a:lnTo>
                <a:lnTo>
                  <a:pt x="61094" y="31938"/>
                </a:lnTo>
                <a:lnTo>
                  <a:pt x="65651" y="31938"/>
                </a:lnTo>
                <a:close/>
                <a:moveTo>
                  <a:pt x="65651" y="31696"/>
                </a:moveTo>
                <a:lnTo>
                  <a:pt x="61094" y="31696"/>
                </a:lnTo>
                <a:lnTo>
                  <a:pt x="61094" y="27099"/>
                </a:lnTo>
                <a:lnTo>
                  <a:pt x="65651" y="27099"/>
                </a:lnTo>
                <a:close/>
                <a:moveTo>
                  <a:pt x="65651" y="26857"/>
                </a:moveTo>
                <a:lnTo>
                  <a:pt x="61094" y="26857"/>
                </a:lnTo>
                <a:lnTo>
                  <a:pt x="61094" y="22300"/>
                </a:lnTo>
                <a:lnTo>
                  <a:pt x="65651" y="22300"/>
                </a:lnTo>
                <a:close/>
                <a:moveTo>
                  <a:pt x="65651" y="22058"/>
                </a:moveTo>
                <a:lnTo>
                  <a:pt x="61094" y="22058"/>
                </a:lnTo>
                <a:lnTo>
                  <a:pt x="61094" y="17501"/>
                </a:lnTo>
                <a:lnTo>
                  <a:pt x="65651" y="17501"/>
                </a:lnTo>
                <a:close/>
                <a:moveTo>
                  <a:pt x="65651" y="17260"/>
                </a:moveTo>
                <a:lnTo>
                  <a:pt x="61094" y="17260"/>
                </a:lnTo>
                <a:lnTo>
                  <a:pt x="61094" y="12662"/>
                </a:lnTo>
                <a:lnTo>
                  <a:pt x="65651" y="12662"/>
                </a:lnTo>
                <a:close/>
                <a:moveTo>
                  <a:pt x="65651" y="12420"/>
                </a:moveTo>
                <a:lnTo>
                  <a:pt x="61094" y="12420"/>
                </a:lnTo>
                <a:lnTo>
                  <a:pt x="61094" y="7864"/>
                </a:lnTo>
                <a:lnTo>
                  <a:pt x="65651" y="7864"/>
                </a:lnTo>
                <a:close/>
                <a:moveTo>
                  <a:pt x="70490" y="84604"/>
                </a:moveTo>
                <a:lnTo>
                  <a:pt x="65893" y="84604"/>
                </a:lnTo>
                <a:lnTo>
                  <a:pt x="65893" y="80047"/>
                </a:lnTo>
                <a:lnTo>
                  <a:pt x="70490" y="80047"/>
                </a:lnTo>
                <a:close/>
                <a:moveTo>
                  <a:pt x="70490" y="79805"/>
                </a:moveTo>
                <a:lnTo>
                  <a:pt x="65893" y="79805"/>
                </a:lnTo>
                <a:lnTo>
                  <a:pt x="65893" y="75208"/>
                </a:lnTo>
                <a:lnTo>
                  <a:pt x="70490" y="75208"/>
                </a:lnTo>
                <a:close/>
                <a:moveTo>
                  <a:pt x="70490" y="74966"/>
                </a:moveTo>
                <a:lnTo>
                  <a:pt x="65893" y="74966"/>
                </a:lnTo>
                <a:lnTo>
                  <a:pt x="65893" y="70409"/>
                </a:lnTo>
                <a:lnTo>
                  <a:pt x="70490" y="70409"/>
                </a:lnTo>
                <a:close/>
                <a:moveTo>
                  <a:pt x="70490" y="70167"/>
                </a:moveTo>
                <a:lnTo>
                  <a:pt x="65893" y="70167"/>
                </a:lnTo>
                <a:lnTo>
                  <a:pt x="65893" y="65610"/>
                </a:lnTo>
                <a:lnTo>
                  <a:pt x="70490" y="65610"/>
                </a:lnTo>
                <a:close/>
                <a:moveTo>
                  <a:pt x="70490" y="65368"/>
                </a:moveTo>
                <a:lnTo>
                  <a:pt x="65893" y="65368"/>
                </a:lnTo>
                <a:lnTo>
                  <a:pt x="65893" y="60771"/>
                </a:lnTo>
                <a:lnTo>
                  <a:pt x="70490" y="60771"/>
                </a:lnTo>
                <a:close/>
                <a:moveTo>
                  <a:pt x="70490" y="60529"/>
                </a:moveTo>
                <a:lnTo>
                  <a:pt x="65893" y="60529"/>
                </a:lnTo>
                <a:lnTo>
                  <a:pt x="65893" y="55972"/>
                </a:lnTo>
                <a:lnTo>
                  <a:pt x="70490" y="55972"/>
                </a:lnTo>
                <a:close/>
                <a:moveTo>
                  <a:pt x="70490" y="55730"/>
                </a:moveTo>
                <a:lnTo>
                  <a:pt x="65893" y="55730"/>
                </a:lnTo>
                <a:lnTo>
                  <a:pt x="65893" y="51174"/>
                </a:lnTo>
                <a:lnTo>
                  <a:pt x="70490" y="51174"/>
                </a:lnTo>
                <a:close/>
                <a:moveTo>
                  <a:pt x="70490" y="50932"/>
                </a:moveTo>
                <a:lnTo>
                  <a:pt x="65893" y="50932"/>
                </a:lnTo>
                <a:lnTo>
                  <a:pt x="65893" y="46335"/>
                </a:lnTo>
                <a:lnTo>
                  <a:pt x="70490" y="46335"/>
                </a:lnTo>
                <a:close/>
                <a:moveTo>
                  <a:pt x="70490" y="46093"/>
                </a:moveTo>
                <a:lnTo>
                  <a:pt x="65893" y="46093"/>
                </a:lnTo>
                <a:lnTo>
                  <a:pt x="65893" y="41536"/>
                </a:lnTo>
                <a:lnTo>
                  <a:pt x="70490" y="41536"/>
                </a:lnTo>
                <a:close/>
                <a:moveTo>
                  <a:pt x="70490" y="41294"/>
                </a:moveTo>
                <a:lnTo>
                  <a:pt x="65893" y="41294"/>
                </a:lnTo>
                <a:lnTo>
                  <a:pt x="65893" y="36737"/>
                </a:lnTo>
                <a:lnTo>
                  <a:pt x="70490" y="36737"/>
                </a:lnTo>
                <a:close/>
                <a:moveTo>
                  <a:pt x="70490" y="36495"/>
                </a:moveTo>
                <a:lnTo>
                  <a:pt x="65893" y="36495"/>
                </a:lnTo>
                <a:lnTo>
                  <a:pt x="65893" y="31898"/>
                </a:lnTo>
                <a:lnTo>
                  <a:pt x="70490" y="31898"/>
                </a:lnTo>
                <a:close/>
                <a:moveTo>
                  <a:pt x="70490" y="31656"/>
                </a:moveTo>
                <a:lnTo>
                  <a:pt x="65893" y="31656"/>
                </a:lnTo>
                <a:lnTo>
                  <a:pt x="65893" y="27099"/>
                </a:lnTo>
                <a:lnTo>
                  <a:pt x="70490" y="27099"/>
                </a:lnTo>
                <a:close/>
                <a:moveTo>
                  <a:pt x="70490" y="26857"/>
                </a:moveTo>
                <a:lnTo>
                  <a:pt x="65893" y="26857"/>
                </a:lnTo>
                <a:lnTo>
                  <a:pt x="65893" y="22260"/>
                </a:lnTo>
                <a:lnTo>
                  <a:pt x="70490" y="22260"/>
                </a:lnTo>
                <a:close/>
                <a:moveTo>
                  <a:pt x="70490" y="22018"/>
                </a:moveTo>
                <a:lnTo>
                  <a:pt x="65893" y="22018"/>
                </a:lnTo>
                <a:lnTo>
                  <a:pt x="65893" y="17461"/>
                </a:lnTo>
                <a:lnTo>
                  <a:pt x="70490" y="17461"/>
                </a:lnTo>
                <a:close/>
                <a:moveTo>
                  <a:pt x="70490" y="17219"/>
                </a:moveTo>
                <a:lnTo>
                  <a:pt x="65893" y="17219"/>
                </a:lnTo>
                <a:lnTo>
                  <a:pt x="65893" y="12662"/>
                </a:lnTo>
                <a:lnTo>
                  <a:pt x="70490" y="12662"/>
                </a:lnTo>
                <a:close/>
                <a:moveTo>
                  <a:pt x="70490" y="12420"/>
                </a:moveTo>
                <a:lnTo>
                  <a:pt x="65893" y="12420"/>
                </a:lnTo>
                <a:lnTo>
                  <a:pt x="65893" y="7823"/>
                </a:lnTo>
                <a:lnTo>
                  <a:pt x="70490" y="7823"/>
                </a:lnTo>
                <a:close/>
                <a:moveTo>
                  <a:pt x="75289" y="79765"/>
                </a:moveTo>
                <a:lnTo>
                  <a:pt x="70732" y="79765"/>
                </a:lnTo>
                <a:lnTo>
                  <a:pt x="70732" y="75208"/>
                </a:lnTo>
                <a:lnTo>
                  <a:pt x="75289" y="75208"/>
                </a:lnTo>
                <a:close/>
                <a:moveTo>
                  <a:pt x="75289" y="74966"/>
                </a:moveTo>
                <a:lnTo>
                  <a:pt x="70732" y="74966"/>
                </a:lnTo>
                <a:lnTo>
                  <a:pt x="70732" y="70409"/>
                </a:lnTo>
                <a:lnTo>
                  <a:pt x="75289" y="70409"/>
                </a:lnTo>
                <a:close/>
                <a:moveTo>
                  <a:pt x="75289" y="70167"/>
                </a:moveTo>
                <a:lnTo>
                  <a:pt x="70732" y="70167"/>
                </a:lnTo>
                <a:lnTo>
                  <a:pt x="70732" y="65570"/>
                </a:lnTo>
                <a:lnTo>
                  <a:pt x="75289" y="65570"/>
                </a:lnTo>
                <a:close/>
                <a:moveTo>
                  <a:pt x="75289" y="65328"/>
                </a:moveTo>
                <a:lnTo>
                  <a:pt x="70732" y="65328"/>
                </a:lnTo>
                <a:lnTo>
                  <a:pt x="70732" y="60771"/>
                </a:lnTo>
                <a:lnTo>
                  <a:pt x="75289" y="60771"/>
                </a:lnTo>
                <a:close/>
                <a:moveTo>
                  <a:pt x="75289" y="60529"/>
                </a:moveTo>
                <a:lnTo>
                  <a:pt x="70732" y="60529"/>
                </a:lnTo>
                <a:lnTo>
                  <a:pt x="70732" y="55972"/>
                </a:lnTo>
                <a:lnTo>
                  <a:pt x="75289" y="55972"/>
                </a:lnTo>
                <a:close/>
                <a:moveTo>
                  <a:pt x="75289" y="55730"/>
                </a:moveTo>
                <a:lnTo>
                  <a:pt x="70732" y="55730"/>
                </a:lnTo>
                <a:lnTo>
                  <a:pt x="70732" y="51133"/>
                </a:lnTo>
                <a:lnTo>
                  <a:pt x="75289" y="51133"/>
                </a:lnTo>
                <a:close/>
                <a:moveTo>
                  <a:pt x="75289" y="50891"/>
                </a:moveTo>
                <a:lnTo>
                  <a:pt x="70732" y="50891"/>
                </a:lnTo>
                <a:lnTo>
                  <a:pt x="70732" y="46335"/>
                </a:lnTo>
                <a:lnTo>
                  <a:pt x="75289" y="46335"/>
                </a:lnTo>
                <a:close/>
                <a:moveTo>
                  <a:pt x="75289" y="46093"/>
                </a:moveTo>
                <a:lnTo>
                  <a:pt x="70732" y="46093"/>
                </a:lnTo>
                <a:lnTo>
                  <a:pt x="70732" y="41495"/>
                </a:lnTo>
                <a:lnTo>
                  <a:pt x="75289" y="41495"/>
                </a:lnTo>
                <a:close/>
                <a:moveTo>
                  <a:pt x="75289" y="41253"/>
                </a:moveTo>
                <a:lnTo>
                  <a:pt x="70732" y="41253"/>
                </a:lnTo>
                <a:lnTo>
                  <a:pt x="70732" y="36697"/>
                </a:lnTo>
                <a:lnTo>
                  <a:pt x="75289" y="36697"/>
                </a:lnTo>
                <a:close/>
                <a:moveTo>
                  <a:pt x="75289" y="36455"/>
                </a:moveTo>
                <a:lnTo>
                  <a:pt x="70732" y="36455"/>
                </a:lnTo>
                <a:lnTo>
                  <a:pt x="70732" y="31898"/>
                </a:lnTo>
                <a:lnTo>
                  <a:pt x="75289" y="31898"/>
                </a:lnTo>
                <a:close/>
                <a:moveTo>
                  <a:pt x="75289" y="31656"/>
                </a:moveTo>
                <a:lnTo>
                  <a:pt x="70732" y="31656"/>
                </a:lnTo>
                <a:lnTo>
                  <a:pt x="70732" y="27059"/>
                </a:lnTo>
                <a:lnTo>
                  <a:pt x="75289" y="27059"/>
                </a:lnTo>
                <a:close/>
                <a:moveTo>
                  <a:pt x="75289" y="26817"/>
                </a:moveTo>
                <a:lnTo>
                  <a:pt x="70732" y="26817"/>
                </a:lnTo>
                <a:lnTo>
                  <a:pt x="70732" y="22260"/>
                </a:lnTo>
                <a:lnTo>
                  <a:pt x="75289" y="22260"/>
                </a:lnTo>
                <a:close/>
                <a:moveTo>
                  <a:pt x="75289" y="22018"/>
                </a:moveTo>
                <a:lnTo>
                  <a:pt x="70732" y="22018"/>
                </a:lnTo>
                <a:lnTo>
                  <a:pt x="70732" y="17461"/>
                </a:lnTo>
                <a:lnTo>
                  <a:pt x="75289" y="17461"/>
                </a:lnTo>
                <a:close/>
                <a:moveTo>
                  <a:pt x="75289" y="17219"/>
                </a:moveTo>
                <a:lnTo>
                  <a:pt x="70732" y="17219"/>
                </a:lnTo>
                <a:lnTo>
                  <a:pt x="70732" y="12622"/>
                </a:lnTo>
                <a:lnTo>
                  <a:pt x="75289" y="12622"/>
                </a:lnTo>
                <a:close/>
                <a:moveTo>
                  <a:pt x="80087" y="74926"/>
                </a:moveTo>
                <a:lnTo>
                  <a:pt x="75531" y="74926"/>
                </a:lnTo>
                <a:lnTo>
                  <a:pt x="75531" y="70369"/>
                </a:lnTo>
                <a:lnTo>
                  <a:pt x="80087" y="70369"/>
                </a:lnTo>
                <a:close/>
                <a:moveTo>
                  <a:pt x="80087" y="70127"/>
                </a:moveTo>
                <a:lnTo>
                  <a:pt x="75531" y="70127"/>
                </a:lnTo>
                <a:lnTo>
                  <a:pt x="75531" y="65570"/>
                </a:lnTo>
                <a:lnTo>
                  <a:pt x="80087" y="65570"/>
                </a:lnTo>
                <a:close/>
                <a:moveTo>
                  <a:pt x="80087" y="65328"/>
                </a:moveTo>
                <a:lnTo>
                  <a:pt x="75531" y="65328"/>
                </a:lnTo>
                <a:lnTo>
                  <a:pt x="75531" y="60731"/>
                </a:lnTo>
                <a:lnTo>
                  <a:pt x="80087" y="60731"/>
                </a:lnTo>
                <a:close/>
                <a:moveTo>
                  <a:pt x="80087" y="60489"/>
                </a:moveTo>
                <a:lnTo>
                  <a:pt x="75531" y="60489"/>
                </a:lnTo>
                <a:lnTo>
                  <a:pt x="75531" y="55932"/>
                </a:lnTo>
                <a:lnTo>
                  <a:pt x="80087" y="55932"/>
                </a:lnTo>
                <a:close/>
                <a:moveTo>
                  <a:pt x="80087" y="55690"/>
                </a:moveTo>
                <a:lnTo>
                  <a:pt x="75531" y="55690"/>
                </a:lnTo>
                <a:lnTo>
                  <a:pt x="75531" y="51133"/>
                </a:lnTo>
                <a:lnTo>
                  <a:pt x="80087" y="51133"/>
                </a:lnTo>
                <a:close/>
                <a:moveTo>
                  <a:pt x="80087" y="50891"/>
                </a:moveTo>
                <a:lnTo>
                  <a:pt x="75531" y="50891"/>
                </a:lnTo>
                <a:lnTo>
                  <a:pt x="75531" y="46294"/>
                </a:lnTo>
                <a:lnTo>
                  <a:pt x="80087" y="46294"/>
                </a:lnTo>
                <a:close/>
                <a:moveTo>
                  <a:pt x="80087" y="46052"/>
                </a:moveTo>
                <a:lnTo>
                  <a:pt x="75531" y="46052"/>
                </a:lnTo>
                <a:lnTo>
                  <a:pt x="75531" y="41495"/>
                </a:lnTo>
                <a:lnTo>
                  <a:pt x="80087" y="41495"/>
                </a:lnTo>
                <a:close/>
                <a:moveTo>
                  <a:pt x="80087" y="41253"/>
                </a:moveTo>
                <a:lnTo>
                  <a:pt x="75531" y="41253"/>
                </a:lnTo>
                <a:lnTo>
                  <a:pt x="75531" y="36697"/>
                </a:lnTo>
                <a:lnTo>
                  <a:pt x="80087" y="36697"/>
                </a:lnTo>
                <a:close/>
                <a:moveTo>
                  <a:pt x="80087" y="36455"/>
                </a:moveTo>
                <a:lnTo>
                  <a:pt x="75531" y="36455"/>
                </a:lnTo>
                <a:lnTo>
                  <a:pt x="75531" y="31858"/>
                </a:lnTo>
                <a:lnTo>
                  <a:pt x="80087" y="31858"/>
                </a:lnTo>
                <a:close/>
                <a:moveTo>
                  <a:pt x="80087" y="31616"/>
                </a:moveTo>
                <a:lnTo>
                  <a:pt x="75531" y="31616"/>
                </a:lnTo>
                <a:lnTo>
                  <a:pt x="75531" y="27059"/>
                </a:lnTo>
                <a:lnTo>
                  <a:pt x="80087" y="27059"/>
                </a:lnTo>
                <a:close/>
                <a:moveTo>
                  <a:pt x="80087" y="26817"/>
                </a:moveTo>
                <a:lnTo>
                  <a:pt x="75531" y="26817"/>
                </a:lnTo>
                <a:lnTo>
                  <a:pt x="75531" y="22260"/>
                </a:lnTo>
                <a:lnTo>
                  <a:pt x="80087" y="22260"/>
                </a:lnTo>
                <a:close/>
                <a:moveTo>
                  <a:pt x="80087" y="22018"/>
                </a:moveTo>
                <a:lnTo>
                  <a:pt x="75531" y="22018"/>
                </a:lnTo>
                <a:lnTo>
                  <a:pt x="75531" y="17421"/>
                </a:lnTo>
                <a:lnTo>
                  <a:pt x="80087" y="17421"/>
                </a:lnTo>
                <a:close/>
                <a:moveTo>
                  <a:pt x="84886" y="70127"/>
                </a:moveTo>
                <a:lnTo>
                  <a:pt x="80329" y="70127"/>
                </a:lnTo>
                <a:lnTo>
                  <a:pt x="80329" y="65530"/>
                </a:lnTo>
                <a:lnTo>
                  <a:pt x="84886" y="65530"/>
                </a:lnTo>
                <a:close/>
                <a:moveTo>
                  <a:pt x="84886" y="65288"/>
                </a:moveTo>
                <a:lnTo>
                  <a:pt x="80329" y="65288"/>
                </a:lnTo>
                <a:lnTo>
                  <a:pt x="80329" y="60731"/>
                </a:lnTo>
                <a:lnTo>
                  <a:pt x="84886" y="60731"/>
                </a:lnTo>
                <a:close/>
                <a:moveTo>
                  <a:pt x="84886" y="60489"/>
                </a:moveTo>
                <a:lnTo>
                  <a:pt x="80329" y="60489"/>
                </a:lnTo>
                <a:lnTo>
                  <a:pt x="80329" y="55932"/>
                </a:lnTo>
                <a:lnTo>
                  <a:pt x="84886" y="55932"/>
                </a:lnTo>
                <a:close/>
                <a:moveTo>
                  <a:pt x="84886" y="55690"/>
                </a:moveTo>
                <a:lnTo>
                  <a:pt x="80329" y="55690"/>
                </a:lnTo>
                <a:lnTo>
                  <a:pt x="80329" y="51093"/>
                </a:lnTo>
                <a:lnTo>
                  <a:pt x="84886" y="51093"/>
                </a:lnTo>
                <a:close/>
                <a:moveTo>
                  <a:pt x="84886" y="50851"/>
                </a:moveTo>
                <a:lnTo>
                  <a:pt x="80329" y="50851"/>
                </a:lnTo>
                <a:lnTo>
                  <a:pt x="80329" y="46294"/>
                </a:lnTo>
                <a:lnTo>
                  <a:pt x="84886" y="46294"/>
                </a:lnTo>
                <a:close/>
                <a:moveTo>
                  <a:pt x="84886" y="46052"/>
                </a:moveTo>
                <a:lnTo>
                  <a:pt x="80329" y="46052"/>
                </a:lnTo>
                <a:lnTo>
                  <a:pt x="80329" y="41495"/>
                </a:lnTo>
                <a:lnTo>
                  <a:pt x="84886" y="41495"/>
                </a:lnTo>
                <a:close/>
                <a:moveTo>
                  <a:pt x="84886" y="41253"/>
                </a:moveTo>
                <a:lnTo>
                  <a:pt x="80329" y="41253"/>
                </a:lnTo>
                <a:lnTo>
                  <a:pt x="80329" y="36656"/>
                </a:lnTo>
                <a:lnTo>
                  <a:pt x="84886" y="36656"/>
                </a:lnTo>
                <a:close/>
                <a:moveTo>
                  <a:pt x="84886" y="36414"/>
                </a:moveTo>
                <a:lnTo>
                  <a:pt x="80329" y="36414"/>
                </a:lnTo>
                <a:lnTo>
                  <a:pt x="80329" y="31858"/>
                </a:lnTo>
                <a:lnTo>
                  <a:pt x="84886" y="31858"/>
                </a:lnTo>
                <a:close/>
                <a:moveTo>
                  <a:pt x="84886" y="31616"/>
                </a:moveTo>
                <a:lnTo>
                  <a:pt x="80329" y="31616"/>
                </a:lnTo>
                <a:lnTo>
                  <a:pt x="80329" y="27018"/>
                </a:lnTo>
                <a:lnTo>
                  <a:pt x="84886" y="27018"/>
                </a:lnTo>
                <a:close/>
                <a:moveTo>
                  <a:pt x="84886" y="26776"/>
                </a:moveTo>
                <a:lnTo>
                  <a:pt x="80329" y="26776"/>
                </a:lnTo>
                <a:lnTo>
                  <a:pt x="80329" y="22220"/>
                </a:lnTo>
                <a:lnTo>
                  <a:pt x="84886" y="222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7" name="Google Shape;217;p9"/>
          <p:cNvSpPr txBox="1">
            <a:spLocks noGrp="1"/>
          </p:cNvSpPr>
          <p:nvPr>
            <p:ph type="title"/>
          </p:nvPr>
        </p:nvSpPr>
        <p:spPr>
          <a:xfrm>
            <a:off x="2330700" y="1718288"/>
            <a:ext cx="4482600" cy="7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18" name="Google Shape;218;p9"/>
          <p:cNvSpPr txBox="1">
            <a:spLocks noGrp="1"/>
          </p:cNvSpPr>
          <p:nvPr>
            <p:ph type="subTitle" idx="1"/>
          </p:nvPr>
        </p:nvSpPr>
        <p:spPr>
          <a:xfrm>
            <a:off x="2330700" y="2336514"/>
            <a:ext cx="4482600" cy="10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1" name="Google Shape;221;p10"/>
          <p:cNvSpPr txBox="1">
            <a:spLocks noGrp="1"/>
          </p:cNvSpPr>
          <p:nvPr>
            <p:ph type="title"/>
          </p:nvPr>
        </p:nvSpPr>
        <p:spPr>
          <a:xfrm>
            <a:off x="977850" y="4033075"/>
            <a:ext cx="71883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4" name="Google Shape;224;p11"/>
          <p:cNvGrpSpPr/>
          <p:nvPr/>
        </p:nvGrpSpPr>
        <p:grpSpPr>
          <a:xfrm>
            <a:off x="-1404987" y="-1786325"/>
            <a:ext cx="7272100" cy="7030025"/>
            <a:chOff x="-1404987" y="-1786325"/>
            <a:chExt cx="7272100" cy="7030025"/>
          </a:xfrm>
        </p:grpSpPr>
        <p:sp>
          <p:nvSpPr>
            <p:cNvPr id="225" name="Google Shape;225;p11"/>
            <p:cNvSpPr/>
            <p:nvPr/>
          </p:nvSpPr>
          <p:spPr>
            <a:xfrm>
              <a:off x="-76200" y="463260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226" name="Google Shape;226;p11"/>
            <p:cNvGrpSpPr/>
            <p:nvPr/>
          </p:nvGrpSpPr>
          <p:grpSpPr>
            <a:xfrm>
              <a:off x="-1404987" y="2387838"/>
              <a:ext cx="1885275" cy="1884250"/>
              <a:chOff x="2609275" y="3149350"/>
              <a:chExt cx="1885275" cy="1884250"/>
            </a:xfrm>
          </p:grpSpPr>
          <p:sp>
            <p:nvSpPr>
              <p:cNvPr id="227" name="Google Shape;227;p11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8" name="Google Shape;228;p11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9" name="Google Shape;229;p11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4" name="Google Shape;234;p11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5" name="Google Shape;235;p11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9" name="Google Shape;239;p11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0" name="Google Shape;240;p11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3" name="Google Shape;243;p11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4" name="Google Shape;244;p11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46" name="Google Shape;246;p11"/>
            <p:cNvSpPr/>
            <p:nvPr/>
          </p:nvSpPr>
          <p:spPr>
            <a:xfrm rot="-5400000">
              <a:off x="3541288" y="-1786325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47" name="Google Shape;247;p11"/>
          <p:cNvSpPr txBox="1">
            <a:spLocks noGrp="1"/>
          </p:cNvSpPr>
          <p:nvPr>
            <p:ph type="title" hasCustomPrompt="1"/>
          </p:nvPr>
        </p:nvSpPr>
        <p:spPr>
          <a:xfrm>
            <a:off x="1490561" y="1752975"/>
            <a:ext cx="6162900" cy="119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8" name="Google Shape;248;p11"/>
          <p:cNvSpPr txBox="1">
            <a:spLocks noGrp="1"/>
          </p:cNvSpPr>
          <p:nvPr>
            <p:ph type="subTitle" idx="1"/>
          </p:nvPr>
        </p:nvSpPr>
        <p:spPr>
          <a:xfrm>
            <a:off x="1490525" y="2951025"/>
            <a:ext cx="6162900" cy="4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1"/>
          <p:cNvGrpSpPr/>
          <p:nvPr/>
        </p:nvGrpSpPr>
        <p:grpSpPr>
          <a:xfrm>
            <a:off x="0" y="0"/>
            <a:ext cx="2263500" cy="1871400"/>
            <a:chOff x="0" y="0"/>
            <a:chExt cx="2263500" cy="1871400"/>
          </a:xfrm>
        </p:grpSpPr>
        <p:sp>
          <p:nvSpPr>
            <p:cNvPr id="250" name="Google Shape;250;p11"/>
            <p:cNvSpPr/>
            <p:nvPr/>
          </p:nvSpPr>
          <p:spPr>
            <a:xfrm>
              <a:off x="0" y="0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51" name="Google Shape;251;p11"/>
            <p:cNvSpPr/>
            <p:nvPr/>
          </p:nvSpPr>
          <p:spPr>
            <a:xfrm rot="10800000" flipH="1">
              <a:off x="0" y="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p13"/>
          <p:cNvGrpSpPr/>
          <p:nvPr/>
        </p:nvGrpSpPr>
        <p:grpSpPr>
          <a:xfrm>
            <a:off x="-300" y="-12"/>
            <a:ext cx="9363175" cy="5143488"/>
            <a:chOff x="-300" y="-12"/>
            <a:chExt cx="9363175" cy="5143488"/>
          </a:xfrm>
        </p:grpSpPr>
        <p:sp>
          <p:nvSpPr>
            <p:cNvPr id="256" name="Google Shape;256;p13"/>
            <p:cNvSpPr/>
            <p:nvPr/>
          </p:nvSpPr>
          <p:spPr>
            <a:xfrm>
              <a:off x="8421575" y="3272075"/>
              <a:ext cx="7173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57" name="Google Shape;257;p13"/>
            <p:cNvSpPr/>
            <p:nvPr/>
          </p:nvSpPr>
          <p:spPr>
            <a:xfrm rot="5400000">
              <a:off x="-568800" y="568500"/>
              <a:ext cx="1759500" cy="6225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58" name="Google Shape;258;p13"/>
            <p:cNvSpPr/>
            <p:nvPr/>
          </p:nvSpPr>
          <p:spPr>
            <a:xfrm rot="10800000" flipH="1">
              <a:off x="0" y="-12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7480375" y="46543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260" name="Google Shape;260;p13"/>
          <p:cNvGrpSpPr/>
          <p:nvPr/>
        </p:nvGrpSpPr>
        <p:grpSpPr>
          <a:xfrm>
            <a:off x="-804387" y="-78325"/>
            <a:ext cx="11111225" cy="6776750"/>
            <a:chOff x="-804387" y="-78325"/>
            <a:chExt cx="11111225" cy="6776750"/>
          </a:xfrm>
        </p:grpSpPr>
        <p:sp>
          <p:nvSpPr>
            <p:cNvPr id="261" name="Google Shape;261;p13"/>
            <p:cNvSpPr/>
            <p:nvPr/>
          </p:nvSpPr>
          <p:spPr>
            <a:xfrm rot="10800000">
              <a:off x="5782225" y="-78325"/>
              <a:ext cx="3429000" cy="5826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262" name="Google Shape;262;p13"/>
            <p:cNvGrpSpPr/>
            <p:nvPr/>
          </p:nvGrpSpPr>
          <p:grpSpPr>
            <a:xfrm>
              <a:off x="-387025" y="1052225"/>
              <a:ext cx="910269" cy="2095500"/>
              <a:chOff x="7631225" y="2241175"/>
              <a:chExt cx="910269" cy="2095500"/>
            </a:xfrm>
          </p:grpSpPr>
          <p:cxnSp>
            <p:nvCxnSpPr>
              <p:cNvPr id="263" name="Google Shape;263;p13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3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5" name="Google Shape;265;p13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6" name="Google Shape;266;p13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7" name="Google Shape;267;p13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8" name="Google Shape;268;p13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9" name="Google Shape;269;p13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" name="Google Shape;270;p13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1" name="Google Shape;271;p13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13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3" name="Google Shape;273;p13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4" name="Google Shape;274;p13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5" name="Google Shape;275;p13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76" name="Google Shape;276;p13"/>
            <p:cNvGrpSpPr/>
            <p:nvPr/>
          </p:nvGrpSpPr>
          <p:grpSpPr>
            <a:xfrm>
              <a:off x="8421563" y="946050"/>
              <a:ext cx="1885275" cy="1884250"/>
              <a:chOff x="2609275" y="3149350"/>
              <a:chExt cx="1885275" cy="1884250"/>
            </a:xfrm>
          </p:grpSpPr>
          <p:sp>
            <p:nvSpPr>
              <p:cNvPr id="277" name="Google Shape;277;p13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8" name="Google Shape;278;p13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9" name="Google Shape;279;p13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0" name="Google Shape;280;p13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1" name="Google Shape;281;p13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2" name="Google Shape;282;p13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3" name="Google Shape;283;p13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4" name="Google Shape;284;p13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5" name="Google Shape;285;p13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6" name="Google Shape;286;p13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7" name="Google Shape;287;p13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8" name="Google Shape;288;p13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9" name="Google Shape;289;p13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0" name="Google Shape;290;p13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1" name="Google Shape;291;p13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2" name="Google Shape;292;p13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3" name="Google Shape;293;p13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4" name="Google Shape;294;p13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5" name="Google Shape;295;p13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96" name="Google Shape;296;p13"/>
            <p:cNvSpPr/>
            <p:nvPr/>
          </p:nvSpPr>
          <p:spPr>
            <a:xfrm rot="5400000">
              <a:off x="-804387" y="4372600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97" name="Google Shape;297;p1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8" name="Google Shape;298;p13"/>
          <p:cNvSpPr txBox="1">
            <a:spLocks noGrp="1"/>
          </p:cNvSpPr>
          <p:nvPr>
            <p:ph type="title" idx="2" hasCustomPrompt="1"/>
          </p:nvPr>
        </p:nvSpPr>
        <p:spPr>
          <a:xfrm>
            <a:off x="1522280" y="1393950"/>
            <a:ext cx="773700" cy="7773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99" name="Google Shape;299;p13"/>
          <p:cNvSpPr txBox="1">
            <a:spLocks noGrp="1"/>
          </p:cNvSpPr>
          <p:nvPr>
            <p:ph type="title" idx="3" hasCustomPrompt="1"/>
          </p:nvPr>
        </p:nvSpPr>
        <p:spPr>
          <a:xfrm>
            <a:off x="5238030" y="1393950"/>
            <a:ext cx="773700" cy="7773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00" name="Google Shape;300;p13"/>
          <p:cNvSpPr txBox="1">
            <a:spLocks noGrp="1"/>
          </p:cNvSpPr>
          <p:nvPr>
            <p:ph type="title" idx="4" hasCustomPrompt="1"/>
          </p:nvPr>
        </p:nvSpPr>
        <p:spPr>
          <a:xfrm>
            <a:off x="1522305" y="2494625"/>
            <a:ext cx="773700" cy="7773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01" name="Google Shape;301;p13"/>
          <p:cNvSpPr txBox="1">
            <a:spLocks noGrp="1"/>
          </p:cNvSpPr>
          <p:nvPr>
            <p:ph type="title" idx="5" hasCustomPrompt="1"/>
          </p:nvPr>
        </p:nvSpPr>
        <p:spPr>
          <a:xfrm>
            <a:off x="1522305" y="3595300"/>
            <a:ext cx="773700" cy="7773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02" name="Google Shape;302;p13"/>
          <p:cNvSpPr txBox="1">
            <a:spLocks noGrp="1"/>
          </p:cNvSpPr>
          <p:nvPr>
            <p:ph type="subTitle" idx="1"/>
          </p:nvPr>
        </p:nvSpPr>
        <p:spPr>
          <a:xfrm>
            <a:off x="2448393" y="1518150"/>
            <a:ext cx="1457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3" name="Google Shape;303;p13"/>
          <p:cNvSpPr txBox="1">
            <a:spLocks noGrp="1"/>
          </p:cNvSpPr>
          <p:nvPr>
            <p:ph type="subTitle" idx="6"/>
          </p:nvPr>
        </p:nvSpPr>
        <p:spPr>
          <a:xfrm>
            <a:off x="6164020" y="1518150"/>
            <a:ext cx="1457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4" name="Google Shape;304;p13"/>
          <p:cNvSpPr txBox="1">
            <a:spLocks noGrp="1"/>
          </p:cNvSpPr>
          <p:nvPr>
            <p:ph type="subTitle" idx="7"/>
          </p:nvPr>
        </p:nvSpPr>
        <p:spPr>
          <a:xfrm>
            <a:off x="2448393" y="2618825"/>
            <a:ext cx="1457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5" name="Google Shape;305;p13"/>
          <p:cNvSpPr txBox="1">
            <a:spLocks noGrp="1"/>
          </p:cNvSpPr>
          <p:nvPr>
            <p:ph type="subTitle" idx="8"/>
          </p:nvPr>
        </p:nvSpPr>
        <p:spPr>
          <a:xfrm>
            <a:off x="2448270" y="3719500"/>
            <a:ext cx="1457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6" name="Google Shape;306;p13"/>
          <p:cNvSpPr txBox="1">
            <a:spLocks noGrp="1"/>
          </p:cNvSpPr>
          <p:nvPr>
            <p:ph type="title" idx="9" hasCustomPrompt="1"/>
          </p:nvPr>
        </p:nvSpPr>
        <p:spPr>
          <a:xfrm>
            <a:off x="5237956" y="2494625"/>
            <a:ext cx="773700" cy="7773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07" name="Google Shape;307;p13"/>
          <p:cNvSpPr txBox="1">
            <a:spLocks noGrp="1"/>
          </p:cNvSpPr>
          <p:nvPr>
            <p:ph type="title" idx="13" hasCustomPrompt="1"/>
          </p:nvPr>
        </p:nvSpPr>
        <p:spPr>
          <a:xfrm>
            <a:off x="5237957" y="3595300"/>
            <a:ext cx="773700" cy="7773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08" name="Google Shape;308;p13"/>
          <p:cNvSpPr txBox="1">
            <a:spLocks noGrp="1"/>
          </p:cNvSpPr>
          <p:nvPr>
            <p:ph type="subTitle" idx="14"/>
          </p:nvPr>
        </p:nvSpPr>
        <p:spPr>
          <a:xfrm>
            <a:off x="6163931" y="2618825"/>
            <a:ext cx="1457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9" name="Google Shape;309;p13"/>
          <p:cNvSpPr txBox="1">
            <a:spLocks noGrp="1"/>
          </p:cNvSpPr>
          <p:nvPr>
            <p:ph type="subTitle" idx="15"/>
          </p:nvPr>
        </p:nvSpPr>
        <p:spPr>
          <a:xfrm>
            <a:off x="6163930" y="3719500"/>
            <a:ext cx="1457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3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oogle Shape;311;p14"/>
          <p:cNvGrpSpPr/>
          <p:nvPr/>
        </p:nvGrpSpPr>
        <p:grpSpPr>
          <a:xfrm>
            <a:off x="-1294537" y="-911075"/>
            <a:ext cx="10209225" cy="4536563"/>
            <a:chOff x="-1294537" y="-911075"/>
            <a:chExt cx="10209225" cy="4536563"/>
          </a:xfrm>
        </p:grpSpPr>
        <p:sp>
          <p:nvSpPr>
            <p:cNvPr id="312" name="Google Shape;312;p14"/>
            <p:cNvSpPr/>
            <p:nvPr/>
          </p:nvSpPr>
          <p:spPr>
            <a:xfrm rot="10800000" flipH="1">
              <a:off x="-125475" y="-7160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313" name="Google Shape;313;p14"/>
            <p:cNvGrpSpPr/>
            <p:nvPr/>
          </p:nvGrpSpPr>
          <p:grpSpPr>
            <a:xfrm>
              <a:off x="7928563" y="-911075"/>
              <a:ext cx="986125" cy="2095500"/>
              <a:chOff x="7631225" y="2241175"/>
              <a:chExt cx="986125" cy="2095500"/>
            </a:xfrm>
          </p:grpSpPr>
          <p:cxnSp>
            <p:nvCxnSpPr>
              <p:cNvPr id="314" name="Google Shape;314;p14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" name="Google Shape;315;p14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4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" name="Google Shape;317;p14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" name="Google Shape;318;p14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" name="Google Shape;319;p14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" name="Google Shape;320;p14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" name="Google Shape;321;p14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" name="Google Shape;322;p14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" name="Google Shape;323;p14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" name="Google Shape;324;p14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" name="Google Shape;325;p14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" name="Google Shape;326;p14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" name="Google Shape;327;p14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28" name="Google Shape;328;p14"/>
            <p:cNvGrpSpPr/>
            <p:nvPr/>
          </p:nvGrpSpPr>
          <p:grpSpPr>
            <a:xfrm>
              <a:off x="-1294537" y="1741238"/>
              <a:ext cx="1885275" cy="1884250"/>
              <a:chOff x="2609275" y="3149350"/>
              <a:chExt cx="1885275" cy="1884250"/>
            </a:xfrm>
          </p:grpSpPr>
          <p:sp>
            <p:nvSpPr>
              <p:cNvPr id="329" name="Google Shape;329;p14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0" name="Google Shape;330;p14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1" name="Google Shape;331;p14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2" name="Google Shape;332;p14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3" name="Google Shape;333;p14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4" name="Google Shape;334;p14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5" name="Google Shape;335;p14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6" name="Google Shape;336;p14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7" name="Google Shape;337;p14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8" name="Google Shape;338;p14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9" name="Google Shape;339;p14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0" name="Google Shape;340;p14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1" name="Google Shape;341;p14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2" name="Google Shape;342;p14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3" name="Google Shape;343;p14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4" name="Google Shape;344;p14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5" name="Google Shape;345;p14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6" name="Google Shape;346;p14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7" name="Google Shape;347;p14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pic>
        <p:nvPicPr>
          <p:cNvPr id="348" name="Google Shape;34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4"/>
          <p:cNvSpPr/>
          <p:nvPr/>
        </p:nvSpPr>
        <p:spPr>
          <a:xfrm>
            <a:off x="7925" y="4827250"/>
            <a:ext cx="2263500" cy="313800"/>
          </a:xfrm>
          <a:prstGeom prst="round1Rect">
            <a:avLst>
              <a:gd name="adj" fmla="val 50000"/>
            </a:avLst>
          </a:prstGeom>
          <a:solidFill>
            <a:srgbClr val="006DF5">
              <a:alpha val="405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50" name="Google Shape;350;p14"/>
          <p:cNvSpPr txBox="1">
            <a:spLocks noGrp="1"/>
          </p:cNvSpPr>
          <p:nvPr>
            <p:ph type="title"/>
          </p:nvPr>
        </p:nvSpPr>
        <p:spPr>
          <a:xfrm>
            <a:off x="1228600" y="2956328"/>
            <a:ext cx="668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1" name="Google Shape;351;p14"/>
          <p:cNvSpPr txBox="1">
            <a:spLocks noGrp="1"/>
          </p:cNvSpPr>
          <p:nvPr>
            <p:ph type="subTitle" idx="1"/>
          </p:nvPr>
        </p:nvSpPr>
        <p:spPr>
          <a:xfrm>
            <a:off x="1228600" y="1538275"/>
            <a:ext cx="6686700" cy="148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4" name="Google Shape;354;p15"/>
          <p:cNvGrpSpPr/>
          <p:nvPr/>
        </p:nvGrpSpPr>
        <p:grpSpPr>
          <a:xfrm>
            <a:off x="6912000" y="0"/>
            <a:ext cx="2450875" cy="5156372"/>
            <a:chOff x="6912000" y="0"/>
            <a:chExt cx="2450875" cy="5156372"/>
          </a:xfrm>
        </p:grpSpPr>
        <p:sp>
          <p:nvSpPr>
            <p:cNvPr id="355" name="Google Shape;355;p15"/>
            <p:cNvSpPr/>
            <p:nvPr/>
          </p:nvSpPr>
          <p:spPr>
            <a:xfrm rot="10800000">
              <a:off x="8516400" y="3699572"/>
              <a:ext cx="627600" cy="14568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7480375" y="468420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57" name="Google Shape;357;p15"/>
            <p:cNvSpPr/>
            <p:nvPr/>
          </p:nvSpPr>
          <p:spPr>
            <a:xfrm rot="10800000">
              <a:off x="6912000" y="0"/>
              <a:ext cx="2232000" cy="4617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358" name="Google Shape;358;p15"/>
          <p:cNvGrpSpPr/>
          <p:nvPr/>
        </p:nvGrpSpPr>
        <p:grpSpPr>
          <a:xfrm>
            <a:off x="-2178113" y="927159"/>
            <a:ext cx="5103863" cy="4329741"/>
            <a:chOff x="-2178113" y="927159"/>
            <a:chExt cx="5103863" cy="4329741"/>
          </a:xfrm>
        </p:grpSpPr>
        <p:sp>
          <p:nvSpPr>
            <p:cNvPr id="359" name="Google Shape;359;p15"/>
            <p:cNvSpPr/>
            <p:nvPr/>
          </p:nvSpPr>
          <p:spPr>
            <a:xfrm rot="8100000">
              <a:off x="-1696423" y="1408849"/>
              <a:ext cx="2325803" cy="2325803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-78450" y="4684200"/>
              <a:ext cx="3004200" cy="5727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361" name="Google Shape;361;p1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7_1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4" name="Google Shape;364;p16"/>
          <p:cNvGrpSpPr/>
          <p:nvPr/>
        </p:nvGrpSpPr>
        <p:grpSpPr>
          <a:xfrm>
            <a:off x="-413550" y="1958000"/>
            <a:ext cx="10720388" cy="2311663"/>
            <a:chOff x="-413550" y="1958000"/>
            <a:chExt cx="10720388" cy="2311663"/>
          </a:xfrm>
        </p:grpSpPr>
        <p:grpSp>
          <p:nvGrpSpPr>
            <p:cNvPr id="365" name="Google Shape;365;p16"/>
            <p:cNvGrpSpPr/>
            <p:nvPr/>
          </p:nvGrpSpPr>
          <p:grpSpPr>
            <a:xfrm>
              <a:off x="8421563" y="2385413"/>
              <a:ext cx="1885275" cy="1884250"/>
              <a:chOff x="2609275" y="3149350"/>
              <a:chExt cx="1885275" cy="1884250"/>
            </a:xfrm>
          </p:grpSpPr>
          <p:sp>
            <p:nvSpPr>
              <p:cNvPr id="366" name="Google Shape;366;p16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7" name="Google Shape;367;p16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8" name="Google Shape;368;p16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9" name="Google Shape;369;p16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0" name="Google Shape;370;p16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1" name="Google Shape;371;p16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2" name="Google Shape;372;p16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3" name="Google Shape;373;p16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4" name="Google Shape;374;p16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5" name="Google Shape;375;p16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6" name="Google Shape;376;p16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7" name="Google Shape;377;p16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8" name="Google Shape;378;p16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9" name="Google Shape;379;p16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0" name="Google Shape;380;p16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" name="Google Shape;381;p16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" name="Google Shape;382;p16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" name="Google Shape;383;p16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" name="Google Shape;384;p16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385" name="Google Shape;385;p16"/>
            <p:cNvGrpSpPr/>
            <p:nvPr/>
          </p:nvGrpSpPr>
          <p:grpSpPr>
            <a:xfrm>
              <a:off x="-413550" y="1958000"/>
              <a:ext cx="986125" cy="2095500"/>
              <a:chOff x="7631225" y="2241175"/>
              <a:chExt cx="986125" cy="2095500"/>
            </a:xfrm>
          </p:grpSpPr>
          <p:cxnSp>
            <p:nvCxnSpPr>
              <p:cNvPr id="386" name="Google Shape;386;p16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6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8" name="Google Shape;388;p16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9" name="Google Shape;389;p16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0" name="Google Shape;390;p16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1" name="Google Shape;391;p16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2" name="Google Shape;392;p16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3" name="Google Shape;393;p16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4" name="Google Shape;394;p16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5" name="Google Shape;395;p16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6" name="Google Shape;396;p16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7" name="Google Shape;397;p16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8" name="Google Shape;398;p16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9" name="Google Shape;399;p16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00" name="Google Shape;400;p16"/>
          <p:cNvGrpSpPr/>
          <p:nvPr/>
        </p:nvGrpSpPr>
        <p:grpSpPr>
          <a:xfrm>
            <a:off x="7925" y="-25"/>
            <a:ext cx="9136075" cy="5143513"/>
            <a:chOff x="7925" y="-25"/>
            <a:chExt cx="9136075" cy="5143513"/>
          </a:xfrm>
        </p:grpSpPr>
        <p:sp>
          <p:nvSpPr>
            <p:cNvPr id="401" name="Google Shape;401;p16"/>
            <p:cNvSpPr/>
            <p:nvPr/>
          </p:nvSpPr>
          <p:spPr>
            <a:xfrm>
              <a:off x="7925" y="4829688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02" name="Google Shape;402;p16"/>
            <p:cNvSpPr/>
            <p:nvPr/>
          </p:nvSpPr>
          <p:spPr>
            <a:xfrm rot="10800000">
              <a:off x="7504200" y="-25"/>
              <a:ext cx="1639800" cy="4248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403" name="Google Shape;403;p1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7_1_1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7"/>
          <p:cNvSpPr/>
          <p:nvPr/>
        </p:nvSpPr>
        <p:spPr>
          <a:xfrm rot="-5400000">
            <a:off x="7193025" y="4603988"/>
            <a:ext cx="2325825" cy="2325825"/>
          </a:xfrm>
          <a:custGeom>
            <a:avLst/>
            <a:gdLst/>
            <a:ahLst/>
            <a:cxnLst/>
            <a:rect l="l" t="t" r="r" b="b"/>
            <a:pathLst>
              <a:path w="93033" h="93033" extrusionOk="0">
                <a:moveTo>
                  <a:pt x="89685" y="61054"/>
                </a:moveTo>
                <a:lnTo>
                  <a:pt x="89685" y="63796"/>
                </a:lnTo>
                <a:lnTo>
                  <a:pt x="89927" y="63150"/>
                </a:lnTo>
                <a:lnTo>
                  <a:pt x="89927" y="61054"/>
                </a:lnTo>
                <a:lnTo>
                  <a:pt x="90693" y="61054"/>
                </a:lnTo>
                <a:cubicBezTo>
                  <a:pt x="90733" y="60973"/>
                  <a:pt x="90733" y="60892"/>
                  <a:pt x="90774" y="60812"/>
                </a:cubicBezTo>
                <a:lnTo>
                  <a:pt x="89927" y="60812"/>
                </a:lnTo>
                <a:lnTo>
                  <a:pt x="89927" y="56255"/>
                </a:lnTo>
                <a:lnTo>
                  <a:pt x="91984" y="56255"/>
                </a:lnTo>
                <a:cubicBezTo>
                  <a:pt x="92024" y="56174"/>
                  <a:pt x="92024" y="56093"/>
                  <a:pt x="92064" y="56013"/>
                </a:cubicBezTo>
                <a:lnTo>
                  <a:pt x="89927" y="56013"/>
                </a:lnTo>
                <a:lnTo>
                  <a:pt x="89927" y="51456"/>
                </a:lnTo>
                <a:lnTo>
                  <a:pt x="92750" y="51456"/>
                </a:lnTo>
                <a:cubicBezTo>
                  <a:pt x="92750" y="51375"/>
                  <a:pt x="92790" y="51295"/>
                  <a:pt x="92790" y="51174"/>
                </a:cubicBezTo>
                <a:lnTo>
                  <a:pt x="89927" y="51174"/>
                </a:lnTo>
                <a:lnTo>
                  <a:pt x="89927" y="46617"/>
                </a:lnTo>
                <a:lnTo>
                  <a:pt x="93032" y="46617"/>
                </a:lnTo>
                <a:lnTo>
                  <a:pt x="93032" y="46496"/>
                </a:lnTo>
                <a:lnTo>
                  <a:pt x="93032" y="46375"/>
                </a:lnTo>
                <a:lnTo>
                  <a:pt x="89927" y="46375"/>
                </a:lnTo>
                <a:lnTo>
                  <a:pt x="89927" y="41818"/>
                </a:lnTo>
                <a:lnTo>
                  <a:pt x="92790" y="41818"/>
                </a:lnTo>
                <a:cubicBezTo>
                  <a:pt x="92790" y="41737"/>
                  <a:pt x="92750" y="41657"/>
                  <a:pt x="92750" y="41576"/>
                </a:cubicBezTo>
                <a:lnTo>
                  <a:pt x="89927" y="41576"/>
                </a:lnTo>
                <a:lnTo>
                  <a:pt x="89927" y="36979"/>
                </a:lnTo>
                <a:lnTo>
                  <a:pt x="92064" y="36979"/>
                </a:lnTo>
                <a:cubicBezTo>
                  <a:pt x="92024" y="36898"/>
                  <a:pt x="92024" y="36818"/>
                  <a:pt x="91984" y="36737"/>
                </a:cubicBezTo>
                <a:lnTo>
                  <a:pt x="89927" y="36737"/>
                </a:lnTo>
                <a:lnTo>
                  <a:pt x="89927" y="32180"/>
                </a:lnTo>
                <a:lnTo>
                  <a:pt x="90774" y="32180"/>
                </a:lnTo>
                <a:cubicBezTo>
                  <a:pt x="90733" y="32099"/>
                  <a:pt x="90733" y="32019"/>
                  <a:pt x="90693" y="31938"/>
                </a:cubicBezTo>
                <a:lnTo>
                  <a:pt x="89927" y="31938"/>
                </a:lnTo>
                <a:lnTo>
                  <a:pt x="89927" y="29841"/>
                </a:lnTo>
                <a:lnTo>
                  <a:pt x="89685" y="29196"/>
                </a:lnTo>
                <a:lnTo>
                  <a:pt x="89685" y="31938"/>
                </a:lnTo>
                <a:lnTo>
                  <a:pt x="85128" y="31938"/>
                </a:lnTo>
                <a:lnTo>
                  <a:pt x="85128" y="27381"/>
                </a:lnTo>
                <a:lnTo>
                  <a:pt x="88919" y="27381"/>
                </a:lnTo>
                <a:cubicBezTo>
                  <a:pt x="88879" y="27301"/>
                  <a:pt x="88838" y="27220"/>
                  <a:pt x="88798" y="27139"/>
                </a:cubicBezTo>
                <a:lnTo>
                  <a:pt x="85128" y="27139"/>
                </a:lnTo>
                <a:lnTo>
                  <a:pt x="85128" y="22542"/>
                </a:lnTo>
                <a:lnTo>
                  <a:pt x="86378" y="22542"/>
                </a:lnTo>
                <a:cubicBezTo>
                  <a:pt x="86338" y="22462"/>
                  <a:pt x="86298" y="22381"/>
                  <a:pt x="86257" y="22300"/>
                </a:cubicBezTo>
                <a:lnTo>
                  <a:pt x="85128" y="22300"/>
                </a:lnTo>
                <a:lnTo>
                  <a:pt x="85128" y="20566"/>
                </a:lnTo>
                <a:cubicBezTo>
                  <a:pt x="85048" y="20445"/>
                  <a:pt x="84967" y="20324"/>
                  <a:pt x="84886" y="20203"/>
                </a:cubicBezTo>
                <a:lnTo>
                  <a:pt x="84886" y="22300"/>
                </a:lnTo>
                <a:lnTo>
                  <a:pt x="80329" y="22300"/>
                </a:lnTo>
                <a:lnTo>
                  <a:pt x="80329" y="17743"/>
                </a:lnTo>
                <a:lnTo>
                  <a:pt x="83072" y="17743"/>
                </a:lnTo>
                <a:lnTo>
                  <a:pt x="82870" y="17501"/>
                </a:lnTo>
                <a:lnTo>
                  <a:pt x="80329" y="17501"/>
                </a:lnTo>
                <a:lnTo>
                  <a:pt x="80329" y="14558"/>
                </a:lnTo>
                <a:lnTo>
                  <a:pt x="80087" y="14316"/>
                </a:lnTo>
                <a:lnTo>
                  <a:pt x="80087" y="17501"/>
                </a:lnTo>
                <a:lnTo>
                  <a:pt x="75490" y="17501"/>
                </a:lnTo>
                <a:lnTo>
                  <a:pt x="75490" y="12945"/>
                </a:lnTo>
                <a:lnTo>
                  <a:pt x="78716" y="12945"/>
                </a:lnTo>
                <a:lnTo>
                  <a:pt x="78434" y="12703"/>
                </a:lnTo>
                <a:lnTo>
                  <a:pt x="75490" y="12703"/>
                </a:lnTo>
                <a:lnTo>
                  <a:pt x="75490" y="10122"/>
                </a:lnTo>
                <a:lnTo>
                  <a:pt x="75248" y="9920"/>
                </a:lnTo>
                <a:lnTo>
                  <a:pt x="75248" y="12703"/>
                </a:lnTo>
                <a:lnTo>
                  <a:pt x="70691" y="12703"/>
                </a:lnTo>
                <a:lnTo>
                  <a:pt x="70691" y="8106"/>
                </a:lnTo>
                <a:lnTo>
                  <a:pt x="72788" y="8106"/>
                </a:lnTo>
                <a:cubicBezTo>
                  <a:pt x="72667" y="8025"/>
                  <a:pt x="72546" y="7944"/>
                  <a:pt x="72425" y="7864"/>
                </a:cubicBezTo>
                <a:lnTo>
                  <a:pt x="70691" y="7864"/>
                </a:lnTo>
                <a:lnTo>
                  <a:pt x="70691" y="6775"/>
                </a:lnTo>
                <a:cubicBezTo>
                  <a:pt x="70611" y="6694"/>
                  <a:pt x="70530" y="6654"/>
                  <a:pt x="70450" y="6613"/>
                </a:cubicBezTo>
                <a:lnTo>
                  <a:pt x="70450" y="7864"/>
                </a:lnTo>
                <a:lnTo>
                  <a:pt x="65893" y="7864"/>
                </a:lnTo>
                <a:lnTo>
                  <a:pt x="65893" y="4194"/>
                </a:lnTo>
                <a:cubicBezTo>
                  <a:pt x="65812" y="4154"/>
                  <a:pt x="65731" y="4113"/>
                  <a:pt x="65651" y="4073"/>
                </a:cubicBezTo>
                <a:lnTo>
                  <a:pt x="65651" y="7864"/>
                </a:lnTo>
                <a:lnTo>
                  <a:pt x="61054" y="7864"/>
                </a:lnTo>
                <a:lnTo>
                  <a:pt x="61054" y="3307"/>
                </a:lnTo>
                <a:lnTo>
                  <a:pt x="63796" y="3307"/>
                </a:lnTo>
                <a:lnTo>
                  <a:pt x="63191" y="3065"/>
                </a:lnTo>
                <a:lnTo>
                  <a:pt x="61054" y="3065"/>
                </a:lnTo>
                <a:lnTo>
                  <a:pt x="61054" y="2339"/>
                </a:lnTo>
                <a:cubicBezTo>
                  <a:pt x="60973" y="2299"/>
                  <a:pt x="60892" y="2258"/>
                  <a:pt x="60812" y="2258"/>
                </a:cubicBezTo>
                <a:lnTo>
                  <a:pt x="60812" y="3065"/>
                </a:lnTo>
                <a:lnTo>
                  <a:pt x="56255" y="3065"/>
                </a:lnTo>
                <a:lnTo>
                  <a:pt x="56255" y="1048"/>
                </a:lnTo>
                <a:cubicBezTo>
                  <a:pt x="56174" y="1008"/>
                  <a:pt x="56093" y="1008"/>
                  <a:pt x="56013" y="968"/>
                </a:cubicBezTo>
                <a:lnTo>
                  <a:pt x="56013" y="3065"/>
                </a:lnTo>
                <a:lnTo>
                  <a:pt x="51456" y="3065"/>
                </a:lnTo>
                <a:lnTo>
                  <a:pt x="51456" y="282"/>
                </a:lnTo>
                <a:cubicBezTo>
                  <a:pt x="51375" y="242"/>
                  <a:pt x="51295" y="242"/>
                  <a:pt x="51214" y="242"/>
                </a:cubicBezTo>
                <a:lnTo>
                  <a:pt x="51214" y="3065"/>
                </a:lnTo>
                <a:lnTo>
                  <a:pt x="46617" y="3065"/>
                </a:lnTo>
                <a:lnTo>
                  <a:pt x="46617" y="0"/>
                </a:lnTo>
                <a:lnTo>
                  <a:pt x="46496" y="0"/>
                </a:lnTo>
                <a:lnTo>
                  <a:pt x="46375" y="0"/>
                </a:lnTo>
                <a:lnTo>
                  <a:pt x="46375" y="3065"/>
                </a:lnTo>
                <a:lnTo>
                  <a:pt x="41818" y="3065"/>
                </a:lnTo>
                <a:lnTo>
                  <a:pt x="41818" y="242"/>
                </a:lnTo>
                <a:cubicBezTo>
                  <a:pt x="41737" y="242"/>
                  <a:pt x="41657" y="242"/>
                  <a:pt x="41576" y="242"/>
                </a:cubicBezTo>
                <a:lnTo>
                  <a:pt x="41576" y="3065"/>
                </a:lnTo>
                <a:lnTo>
                  <a:pt x="37019" y="3065"/>
                </a:lnTo>
                <a:lnTo>
                  <a:pt x="37019" y="968"/>
                </a:lnTo>
                <a:cubicBezTo>
                  <a:pt x="36939" y="1008"/>
                  <a:pt x="36858" y="1008"/>
                  <a:pt x="36777" y="1008"/>
                </a:cubicBezTo>
                <a:lnTo>
                  <a:pt x="36777" y="3065"/>
                </a:lnTo>
                <a:lnTo>
                  <a:pt x="32180" y="3065"/>
                </a:lnTo>
                <a:lnTo>
                  <a:pt x="32180" y="2258"/>
                </a:lnTo>
                <a:cubicBezTo>
                  <a:pt x="32099" y="2258"/>
                  <a:pt x="32019" y="2299"/>
                  <a:pt x="31938" y="2339"/>
                </a:cubicBezTo>
                <a:lnTo>
                  <a:pt x="31938" y="3065"/>
                </a:lnTo>
                <a:lnTo>
                  <a:pt x="29841" y="3065"/>
                </a:lnTo>
                <a:lnTo>
                  <a:pt x="29236" y="3307"/>
                </a:lnTo>
                <a:lnTo>
                  <a:pt x="31938" y="3307"/>
                </a:lnTo>
                <a:lnTo>
                  <a:pt x="31938" y="7904"/>
                </a:lnTo>
                <a:lnTo>
                  <a:pt x="27381" y="7904"/>
                </a:lnTo>
                <a:lnTo>
                  <a:pt x="27381" y="4113"/>
                </a:lnTo>
                <a:cubicBezTo>
                  <a:pt x="27301" y="4154"/>
                  <a:pt x="27220" y="4194"/>
                  <a:pt x="27139" y="4234"/>
                </a:cubicBezTo>
                <a:lnTo>
                  <a:pt x="27139" y="7904"/>
                </a:lnTo>
                <a:lnTo>
                  <a:pt x="22542" y="7904"/>
                </a:lnTo>
                <a:lnTo>
                  <a:pt x="22542" y="6613"/>
                </a:lnTo>
                <a:cubicBezTo>
                  <a:pt x="22462" y="6694"/>
                  <a:pt x="22381" y="6734"/>
                  <a:pt x="22300" y="6775"/>
                </a:cubicBezTo>
                <a:lnTo>
                  <a:pt x="22300" y="7904"/>
                </a:lnTo>
                <a:lnTo>
                  <a:pt x="20566" y="7904"/>
                </a:lnTo>
                <a:cubicBezTo>
                  <a:pt x="20445" y="7985"/>
                  <a:pt x="20324" y="8065"/>
                  <a:pt x="20203" y="8146"/>
                </a:cubicBezTo>
                <a:lnTo>
                  <a:pt x="22300" y="8146"/>
                </a:lnTo>
                <a:lnTo>
                  <a:pt x="22300" y="12703"/>
                </a:lnTo>
                <a:lnTo>
                  <a:pt x="17743" y="12703"/>
                </a:lnTo>
                <a:lnTo>
                  <a:pt x="17743" y="9961"/>
                </a:lnTo>
                <a:lnTo>
                  <a:pt x="17501" y="10162"/>
                </a:lnTo>
                <a:lnTo>
                  <a:pt x="17501" y="12703"/>
                </a:lnTo>
                <a:lnTo>
                  <a:pt x="14558" y="12703"/>
                </a:lnTo>
                <a:lnTo>
                  <a:pt x="14316" y="12945"/>
                </a:lnTo>
                <a:lnTo>
                  <a:pt x="17501" y="12945"/>
                </a:lnTo>
                <a:lnTo>
                  <a:pt x="17501" y="17542"/>
                </a:lnTo>
                <a:lnTo>
                  <a:pt x="12945" y="17542"/>
                </a:lnTo>
                <a:lnTo>
                  <a:pt x="12945" y="14316"/>
                </a:lnTo>
                <a:lnTo>
                  <a:pt x="12703" y="14598"/>
                </a:lnTo>
                <a:lnTo>
                  <a:pt x="12703" y="17542"/>
                </a:lnTo>
                <a:lnTo>
                  <a:pt x="10122" y="17542"/>
                </a:lnTo>
                <a:lnTo>
                  <a:pt x="9920" y="17784"/>
                </a:lnTo>
                <a:lnTo>
                  <a:pt x="12703" y="17784"/>
                </a:lnTo>
                <a:lnTo>
                  <a:pt x="12703" y="22341"/>
                </a:lnTo>
                <a:lnTo>
                  <a:pt x="8106" y="22341"/>
                </a:lnTo>
                <a:lnTo>
                  <a:pt x="8106" y="20244"/>
                </a:lnTo>
                <a:cubicBezTo>
                  <a:pt x="8025" y="20365"/>
                  <a:pt x="7944" y="20486"/>
                  <a:pt x="7864" y="20607"/>
                </a:cubicBezTo>
                <a:lnTo>
                  <a:pt x="7864" y="22341"/>
                </a:lnTo>
                <a:lnTo>
                  <a:pt x="6775" y="22341"/>
                </a:lnTo>
                <a:cubicBezTo>
                  <a:pt x="6694" y="22421"/>
                  <a:pt x="6654" y="22502"/>
                  <a:pt x="6613" y="22583"/>
                </a:cubicBezTo>
                <a:lnTo>
                  <a:pt x="7864" y="22583"/>
                </a:lnTo>
                <a:lnTo>
                  <a:pt x="7864" y="27139"/>
                </a:lnTo>
                <a:lnTo>
                  <a:pt x="4194" y="27139"/>
                </a:lnTo>
                <a:cubicBezTo>
                  <a:pt x="4154" y="27220"/>
                  <a:pt x="4113" y="27301"/>
                  <a:pt x="4073" y="27381"/>
                </a:cubicBezTo>
                <a:lnTo>
                  <a:pt x="7864" y="27381"/>
                </a:lnTo>
                <a:lnTo>
                  <a:pt x="7864" y="31978"/>
                </a:lnTo>
                <a:lnTo>
                  <a:pt x="3307" y="31978"/>
                </a:lnTo>
                <a:lnTo>
                  <a:pt x="3307" y="29236"/>
                </a:lnTo>
                <a:lnTo>
                  <a:pt x="3065" y="29841"/>
                </a:lnTo>
                <a:lnTo>
                  <a:pt x="3065" y="31978"/>
                </a:lnTo>
                <a:lnTo>
                  <a:pt x="2299" y="31978"/>
                </a:lnTo>
                <a:cubicBezTo>
                  <a:pt x="2299" y="32059"/>
                  <a:pt x="2258" y="32140"/>
                  <a:pt x="2218" y="32220"/>
                </a:cubicBezTo>
                <a:lnTo>
                  <a:pt x="3065" y="32220"/>
                </a:lnTo>
                <a:lnTo>
                  <a:pt x="3065" y="36777"/>
                </a:lnTo>
                <a:lnTo>
                  <a:pt x="1008" y="36777"/>
                </a:lnTo>
                <a:cubicBezTo>
                  <a:pt x="1008" y="36858"/>
                  <a:pt x="968" y="36939"/>
                  <a:pt x="968" y="37019"/>
                </a:cubicBezTo>
                <a:lnTo>
                  <a:pt x="3065" y="37019"/>
                </a:lnTo>
                <a:lnTo>
                  <a:pt x="3065" y="41576"/>
                </a:lnTo>
                <a:lnTo>
                  <a:pt x="242" y="41576"/>
                </a:lnTo>
                <a:cubicBezTo>
                  <a:pt x="242" y="41657"/>
                  <a:pt x="242" y="41737"/>
                  <a:pt x="242" y="41818"/>
                </a:cubicBezTo>
                <a:lnTo>
                  <a:pt x="3065" y="41818"/>
                </a:lnTo>
                <a:lnTo>
                  <a:pt x="3065" y="46415"/>
                </a:lnTo>
                <a:lnTo>
                  <a:pt x="0" y="46415"/>
                </a:lnTo>
                <a:lnTo>
                  <a:pt x="0" y="46536"/>
                </a:lnTo>
                <a:lnTo>
                  <a:pt x="0" y="46657"/>
                </a:lnTo>
                <a:lnTo>
                  <a:pt x="3065" y="46657"/>
                </a:lnTo>
                <a:lnTo>
                  <a:pt x="3065" y="51214"/>
                </a:lnTo>
                <a:lnTo>
                  <a:pt x="242" y="51214"/>
                </a:lnTo>
                <a:cubicBezTo>
                  <a:pt x="242" y="51295"/>
                  <a:pt x="242" y="51375"/>
                  <a:pt x="242" y="51456"/>
                </a:cubicBezTo>
                <a:lnTo>
                  <a:pt x="3065" y="51456"/>
                </a:lnTo>
                <a:lnTo>
                  <a:pt x="3065" y="56053"/>
                </a:lnTo>
                <a:lnTo>
                  <a:pt x="968" y="56053"/>
                </a:lnTo>
                <a:cubicBezTo>
                  <a:pt x="968" y="56134"/>
                  <a:pt x="1008" y="56174"/>
                  <a:pt x="1008" y="56295"/>
                </a:cubicBezTo>
                <a:lnTo>
                  <a:pt x="3065" y="56295"/>
                </a:lnTo>
                <a:lnTo>
                  <a:pt x="3065" y="60852"/>
                </a:lnTo>
                <a:lnTo>
                  <a:pt x="2218" y="60852"/>
                </a:lnTo>
                <a:cubicBezTo>
                  <a:pt x="2258" y="60933"/>
                  <a:pt x="2299" y="61013"/>
                  <a:pt x="2299" y="61094"/>
                </a:cubicBezTo>
                <a:lnTo>
                  <a:pt x="3065" y="61094"/>
                </a:lnTo>
                <a:lnTo>
                  <a:pt x="3065" y="63191"/>
                </a:lnTo>
                <a:lnTo>
                  <a:pt x="3307" y="63836"/>
                </a:lnTo>
                <a:lnTo>
                  <a:pt x="3307" y="61094"/>
                </a:lnTo>
                <a:lnTo>
                  <a:pt x="7864" y="61094"/>
                </a:lnTo>
                <a:lnTo>
                  <a:pt x="7864" y="65651"/>
                </a:lnTo>
                <a:lnTo>
                  <a:pt x="4073" y="65651"/>
                </a:lnTo>
                <a:cubicBezTo>
                  <a:pt x="4113" y="65731"/>
                  <a:pt x="4154" y="65812"/>
                  <a:pt x="4194" y="65893"/>
                </a:cubicBezTo>
                <a:lnTo>
                  <a:pt x="7864" y="65893"/>
                </a:lnTo>
                <a:lnTo>
                  <a:pt x="7864" y="70490"/>
                </a:lnTo>
                <a:lnTo>
                  <a:pt x="6613" y="70490"/>
                </a:lnTo>
                <a:cubicBezTo>
                  <a:pt x="6654" y="70570"/>
                  <a:pt x="6694" y="70651"/>
                  <a:pt x="6775" y="70732"/>
                </a:cubicBezTo>
                <a:lnTo>
                  <a:pt x="7864" y="70732"/>
                </a:lnTo>
                <a:lnTo>
                  <a:pt x="7864" y="72466"/>
                </a:lnTo>
                <a:cubicBezTo>
                  <a:pt x="7944" y="72587"/>
                  <a:pt x="8025" y="72708"/>
                  <a:pt x="8106" y="72829"/>
                </a:cubicBezTo>
                <a:lnTo>
                  <a:pt x="8106" y="70732"/>
                </a:lnTo>
                <a:lnTo>
                  <a:pt x="12703" y="70732"/>
                </a:lnTo>
                <a:lnTo>
                  <a:pt x="12703" y="75289"/>
                </a:lnTo>
                <a:lnTo>
                  <a:pt x="9920" y="75289"/>
                </a:lnTo>
                <a:lnTo>
                  <a:pt x="10122" y="75531"/>
                </a:lnTo>
                <a:lnTo>
                  <a:pt x="12703" y="75531"/>
                </a:lnTo>
                <a:lnTo>
                  <a:pt x="12703" y="78474"/>
                </a:lnTo>
                <a:lnTo>
                  <a:pt x="12945" y="78716"/>
                </a:lnTo>
                <a:lnTo>
                  <a:pt x="12945" y="75531"/>
                </a:lnTo>
                <a:lnTo>
                  <a:pt x="17501" y="75531"/>
                </a:lnTo>
                <a:lnTo>
                  <a:pt x="17501" y="80087"/>
                </a:lnTo>
                <a:lnTo>
                  <a:pt x="14316" y="80087"/>
                </a:lnTo>
                <a:lnTo>
                  <a:pt x="14558" y="80329"/>
                </a:lnTo>
                <a:lnTo>
                  <a:pt x="17501" y="80329"/>
                </a:lnTo>
                <a:lnTo>
                  <a:pt x="17501" y="82910"/>
                </a:lnTo>
                <a:lnTo>
                  <a:pt x="17743" y="83072"/>
                </a:lnTo>
                <a:lnTo>
                  <a:pt x="17743" y="80329"/>
                </a:lnTo>
                <a:lnTo>
                  <a:pt x="22300" y="80329"/>
                </a:lnTo>
                <a:lnTo>
                  <a:pt x="22300" y="84927"/>
                </a:lnTo>
                <a:lnTo>
                  <a:pt x="20203" y="84927"/>
                </a:lnTo>
                <a:cubicBezTo>
                  <a:pt x="20324" y="85007"/>
                  <a:pt x="20445" y="85088"/>
                  <a:pt x="20566" y="85168"/>
                </a:cubicBezTo>
                <a:lnTo>
                  <a:pt x="22300" y="85168"/>
                </a:lnTo>
                <a:lnTo>
                  <a:pt x="22300" y="86257"/>
                </a:lnTo>
                <a:cubicBezTo>
                  <a:pt x="22381" y="86338"/>
                  <a:pt x="22462" y="86378"/>
                  <a:pt x="22542" y="86419"/>
                </a:cubicBezTo>
                <a:lnTo>
                  <a:pt x="22542" y="85168"/>
                </a:lnTo>
                <a:lnTo>
                  <a:pt x="27139" y="85168"/>
                </a:lnTo>
                <a:lnTo>
                  <a:pt x="27139" y="88838"/>
                </a:lnTo>
                <a:cubicBezTo>
                  <a:pt x="27220" y="88878"/>
                  <a:pt x="27301" y="88919"/>
                  <a:pt x="27381" y="88959"/>
                </a:cubicBezTo>
                <a:lnTo>
                  <a:pt x="27381" y="85168"/>
                </a:lnTo>
                <a:lnTo>
                  <a:pt x="31938" y="85168"/>
                </a:lnTo>
                <a:lnTo>
                  <a:pt x="31938" y="89725"/>
                </a:lnTo>
                <a:lnTo>
                  <a:pt x="29236" y="89725"/>
                </a:lnTo>
                <a:lnTo>
                  <a:pt x="29841" y="89967"/>
                </a:lnTo>
                <a:lnTo>
                  <a:pt x="31938" y="89967"/>
                </a:lnTo>
                <a:lnTo>
                  <a:pt x="31938" y="90733"/>
                </a:lnTo>
                <a:cubicBezTo>
                  <a:pt x="32019" y="90733"/>
                  <a:pt x="32099" y="90774"/>
                  <a:pt x="32180" y="90814"/>
                </a:cubicBezTo>
                <a:lnTo>
                  <a:pt x="32180" y="89967"/>
                </a:lnTo>
                <a:lnTo>
                  <a:pt x="36777" y="89967"/>
                </a:lnTo>
                <a:lnTo>
                  <a:pt x="36777" y="92024"/>
                </a:lnTo>
                <a:cubicBezTo>
                  <a:pt x="36858" y="92024"/>
                  <a:pt x="36939" y="92064"/>
                  <a:pt x="37019" y="92064"/>
                </a:cubicBezTo>
                <a:lnTo>
                  <a:pt x="37019" y="89967"/>
                </a:lnTo>
                <a:lnTo>
                  <a:pt x="41576" y="89967"/>
                </a:lnTo>
                <a:lnTo>
                  <a:pt x="41576" y="92790"/>
                </a:lnTo>
                <a:cubicBezTo>
                  <a:pt x="41657" y="92790"/>
                  <a:pt x="41737" y="92790"/>
                  <a:pt x="41818" y="92790"/>
                </a:cubicBezTo>
                <a:lnTo>
                  <a:pt x="41818" y="89967"/>
                </a:lnTo>
                <a:lnTo>
                  <a:pt x="46375" y="89967"/>
                </a:lnTo>
                <a:lnTo>
                  <a:pt x="46375" y="93032"/>
                </a:lnTo>
                <a:lnTo>
                  <a:pt x="46496" y="93032"/>
                </a:lnTo>
                <a:lnTo>
                  <a:pt x="46617" y="93032"/>
                </a:lnTo>
                <a:lnTo>
                  <a:pt x="46617" y="89967"/>
                </a:lnTo>
                <a:lnTo>
                  <a:pt x="51214" y="89967"/>
                </a:lnTo>
                <a:lnTo>
                  <a:pt x="51214" y="92790"/>
                </a:lnTo>
                <a:cubicBezTo>
                  <a:pt x="51295" y="92790"/>
                  <a:pt x="51375" y="92790"/>
                  <a:pt x="51456" y="92790"/>
                </a:cubicBezTo>
                <a:lnTo>
                  <a:pt x="51456" y="89967"/>
                </a:lnTo>
                <a:lnTo>
                  <a:pt x="56013" y="89967"/>
                </a:lnTo>
                <a:lnTo>
                  <a:pt x="56013" y="92064"/>
                </a:lnTo>
                <a:cubicBezTo>
                  <a:pt x="56093" y="92064"/>
                  <a:pt x="56174" y="92024"/>
                  <a:pt x="56255" y="92024"/>
                </a:cubicBezTo>
                <a:lnTo>
                  <a:pt x="56255" y="89967"/>
                </a:lnTo>
                <a:lnTo>
                  <a:pt x="60812" y="89967"/>
                </a:lnTo>
                <a:lnTo>
                  <a:pt x="60812" y="90814"/>
                </a:lnTo>
                <a:cubicBezTo>
                  <a:pt x="60892" y="90774"/>
                  <a:pt x="60973" y="90733"/>
                  <a:pt x="61054" y="90733"/>
                </a:cubicBezTo>
                <a:lnTo>
                  <a:pt x="61054" y="89967"/>
                </a:lnTo>
                <a:lnTo>
                  <a:pt x="63191" y="89967"/>
                </a:lnTo>
                <a:lnTo>
                  <a:pt x="63796" y="89725"/>
                </a:lnTo>
                <a:lnTo>
                  <a:pt x="61054" y="89725"/>
                </a:lnTo>
                <a:lnTo>
                  <a:pt x="61054" y="85168"/>
                </a:lnTo>
                <a:lnTo>
                  <a:pt x="65651" y="85168"/>
                </a:lnTo>
                <a:lnTo>
                  <a:pt x="65651" y="88959"/>
                </a:lnTo>
                <a:cubicBezTo>
                  <a:pt x="65731" y="88919"/>
                  <a:pt x="65812" y="88878"/>
                  <a:pt x="65893" y="88838"/>
                </a:cubicBezTo>
                <a:lnTo>
                  <a:pt x="65893" y="85168"/>
                </a:lnTo>
                <a:lnTo>
                  <a:pt x="70450" y="85168"/>
                </a:lnTo>
                <a:lnTo>
                  <a:pt x="70450" y="86419"/>
                </a:lnTo>
                <a:cubicBezTo>
                  <a:pt x="70530" y="86378"/>
                  <a:pt x="70611" y="86338"/>
                  <a:pt x="70691" y="86257"/>
                </a:cubicBezTo>
                <a:lnTo>
                  <a:pt x="70691" y="85168"/>
                </a:lnTo>
                <a:lnTo>
                  <a:pt x="72425" y="85168"/>
                </a:lnTo>
                <a:cubicBezTo>
                  <a:pt x="72546" y="85088"/>
                  <a:pt x="72667" y="85007"/>
                  <a:pt x="72788" y="84927"/>
                </a:cubicBezTo>
                <a:lnTo>
                  <a:pt x="70691" y="84927"/>
                </a:lnTo>
                <a:lnTo>
                  <a:pt x="70691" y="80329"/>
                </a:lnTo>
                <a:lnTo>
                  <a:pt x="75248" y="80329"/>
                </a:lnTo>
                <a:lnTo>
                  <a:pt x="75248" y="83072"/>
                </a:lnTo>
                <a:lnTo>
                  <a:pt x="75490" y="82910"/>
                </a:lnTo>
                <a:lnTo>
                  <a:pt x="75490" y="80329"/>
                </a:lnTo>
                <a:lnTo>
                  <a:pt x="78434" y="80329"/>
                </a:lnTo>
                <a:lnTo>
                  <a:pt x="78716" y="80087"/>
                </a:lnTo>
                <a:lnTo>
                  <a:pt x="75490" y="80087"/>
                </a:lnTo>
                <a:lnTo>
                  <a:pt x="75490" y="75531"/>
                </a:lnTo>
                <a:lnTo>
                  <a:pt x="80087" y="75531"/>
                </a:lnTo>
                <a:lnTo>
                  <a:pt x="80087" y="78716"/>
                </a:lnTo>
                <a:lnTo>
                  <a:pt x="80329" y="78474"/>
                </a:lnTo>
                <a:lnTo>
                  <a:pt x="80329" y="75531"/>
                </a:lnTo>
                <a:lnTo>
                  <a:pt x="82870" y="75531"/>
                </a:lnTo>
                <a:lnTo>
                  <a:pt x="83072" y="75289"/>
                </a:lnTo>
                <a:lnTo>
                  <a:pt x="80329" y="75289"/>
                </a:lnTo>
                <a:lnTo>
                  <a:pt x="80329" y="70732"/>
                </a:lnTo>
                <a:lnTo>
                  <a:pt x="84886" y="70732"/>
                </a:lnTo>
                <a:lnTo>
                  <a:pt x="84886" y="72829"/>
                </a:lnTo>
                <a:cubicBezTo>
                  <a:pt x="84967" y="72708"/>
                  <a:pt x="85048" y="72587"/>
                  <a:pt x="85128" y="72466"/>
                </a:cubicBezTo>
                <a:lnTo>
                  <a:pt x="85128" y="70732"/>
                </a:lnTo>
                <a:lnTo>
                  <a:pt x="86257" y="70732"/>
                </a:lnTo>
                <a:cubicBezTo>
                  <a:pt x="86298" y="70651"/>
                  <a:pt x="86338" y="70570"/>
                  <a:pt x="86378" y="70490"/>
                </a:cubicBezTo>
                <a:lnTo>
                  <a:pt x="85128" y="70490"/>
                </a:lnTo>
                <a:lnTo>
                  <a:pt x="85128" y="65893"/>
                </a:lnTo>
                <a:lnTo>
                  <a:pt x="88798" y="65893"/>
                </a:lnTo>
                <a:cubicBezTo>
                  <a:pt x="88838" y="65812"/>
                  <a:pt x="88879" y="65731"/>
                  <a:pt x="88919" y="65651"/>
                </a:cubicBezTo>
                <a:lnTo>
                  <a:pt x="85128" y="65651"/>
                </a:lnTo>
                <a:lnTo>
                  <a:pt x="85128" y="61094"/>
                </a:lnTo>
                <a:lnTo>
                  <a:pt x="89685" y="61094"/>
                </a:lnTo>
                <a:close/>
                <a:moveTo>
                  <a:pt x="85128" y="32180"/>
                </a:moveTo>
                <a:lnTo>
                  <a:pt x="89685" y="32180"/>
                </a:lnTo>
                <a:lnTo>
                  <a:pt x="89685" y="36777"/>
                </a:lnTo>
                <a:lnTo>
                  <a:pt x="85128" y="36777"/>
                </a:lnTo>
                <a:close/>
                <a:moveTo>
                  <a:pt x="85128" y="37019"/>
                </a:moveTo>
                <a:lnTo>
                  <a:pt x="89685" y="37019"/>
                </a:lnTo>
                <a:lnTo>
                  <a:pt x="89685" y="41576"/>
                </a:lnTo>
                <a:lnTo>
                  <a:pt x="85128" y="41576"/>
                </a:lnTo>
                <a:close/>
                <a:moveTo>
                  <a:pt x="85128" y="41818"/>
                </a:moveTo>
                <a:lnTo>
                  <a:pt x="89685" y="41818"/>
                </a:lnTo>
                <a:lnTo>
                  <a:pt x="89685" y="46375"/>
                </a:lnTo>
                <a:lnTo>
                  <a:pt x="85128" y="46375"/>
                </a:lnTo>
                <a:close/>
                <a:moveTo>
                  <a:pt x="85128" y="46617"/>
                </a:moveTo>
                <a:lnTo>
                  <a:pt x="89685" y="46617"/>
                </a:lnTo>
                <a:lnTo>
                  <a:pt x="89685" y="51214"/>
                </a:lnTo>
                <a:lnTo>
                  <a:pt x="85128" y="51214"/>
                </a:lnTo>
                <a:close/>
                <a:moveTo>
                  <a:pt x="85128" y="51456"/>
                </a:moveTo>
                <a:lnTo>
                  <a:pt x="89685" y="51456"/>
                </a:lnTo>
                <a:lnTo>
                  <a:pt x="89685" y="56013"/>
                </a:lnTo>
                <a:lnTo>
                  <a:pt x="85128" y="56013"/>
                </a:lnTo>
                <a:close/>
                <a:moveTo>
                  <a:pt x="85128" y="56255"/>
                </a:moveTo>
                <a:lnTo>
                  <a:pt x="89685" y="56255"/>
                </a:lnTo>
                <a:lnTo>
                  <a:pt x="89685" y="60812"/>
                </a:lnTo>
                <a:lnTo>
                  <a:pt x="85128" y="60812"/>
                </a:lnTo>
                <a:close/>
                <a:moveTo>
                  <a:pt x="7904" y="60812"/>
                </a:moveTo>
                <a:lnTo>
                  <a:pt x="3347" y="60812"/>
                </a:lnTo>
                <a:lnTo>
                  <a:pt x="3347" y="56255"/>
                </a:lnTo>
                <a:lnTo>
                  <a:pt x="7904" y="56255"/>
                </a:lnTo>
                <a:close/>
                <a:moveTo>
                  <a:pt x="7904" y="56013"/>
                </a:moveTo>
                <a:lnTo>
                  <a:pt x="3347" y="56013"/>
                </a:lnTo>
                <a:lnTo>
                  <a:pt x="3347" y="51456"/>
                </a:lnTo>
                <a:lnTo>
                  <a:pt x="7904" y="51456"/>
                </a:lnTo>
                <a:close/>
                <a:moveTo>
                  <a:pt x="7904" y="51214"/>
                </a:moveTo>
                <a:lnTo>
                  <a:pt x="3347" y="51214"/>
                </a:lnTo>
                <a:lnTo>
                  <a:pt x="3347" y="46617"/>
                </a:lnTo>
                <a:lnTo>
                  <a:pt x="7904" y="46617"/>
                </a:lnTo>
                <a:close/>
                <a:moveTo>
                  <a:pt x="7904" y="46375"/>
                </a:moveTo>
                <a:lnTo>
                  <a:pt x="3347" y="46375"/>
                </a:lnTo>
                <a:lnTo>
                  <a:pt x="3347" y="41818"/>
                </a:lnTo>
                <a:lnTo>
                  <a:pt x="7904" y="41818"/>
                </a:lnTo>
                <a:close/>
                <a:moveTo>
                  <a:pt x="7904" y="41576"/>
                </a:moveTo>
                <a:lnTo>
                  <a:pt x="3347" y="41576"/>
                </a:lnTo>
                <a:lnTo>
                  <a:pt x="3347" y="37019"/>
                </a:lnTo>
                <a:lnTo>
                  <a:pt x="7904" y="37019"/>
                </a:lnTo>
                <a:close/>
                <a:moveTo>
                  <a:pt x="7904" y="36777"/>
                </a:moveTo>
                <a:lnTo>
                  <a:pt x="3347" y="36777"/>
                </a:lnTo>
                <a:lnTo>
                  <a:pt x="3347" y="32180"/>
                </a:lnTo>
                <a:lnTo>
                  <a:pt x="7904" y="32180"/>
                </a:lnTo>
                <a:close/>
                <a:moveTo>
                  <a:pt x="12703" y="70449"/>
                </a:moveTo>
                <a:lnTo>
                  <a:pt x="8146" y="70449"/>
                </a:lnTo>
                <a:lnTo>
                  <a:pt x="8146" y="65893"/>
                </a:lnTo>
                <a:lnTo>
                  <a:pt x="12703" y="65893"/>
                </a:lnTo>
                <a:close/>
                <a:moveTo>
                  <a:pt x="12703" y="65610"/>
                </a:moveTo>
                <a:lnTo>
                  <a:pt x="8146" y="65610"/>
                </a:lnTo>
                <a:lnTo>
                  <a:pt x="8146" y="61054"/>
                </a:lnTo>
                <a:lnTo>
                  <a:pt x="12703" y="61054"/>
                </a:lnTo>
                <a:close/>
                <a:moveTo>
                  <a:pt x="12703" y="60812"/>
                </a:moveTo>
                <a:lnTo>
                  <a:pt x="8146" y="60812"/>
                </a:lnTo>
                <a:lnTo>
                  <a:pt x="8146" y="56255"/>
                </a:lnTo>
                <a:lnTo>
                  <a:pt x="12703" y="56255"/>
                </a:lnTo>
                <a:close/>
                <a:moveTo>
                  <a:pt x="12703" y="56013"/>
                </a:moveTo>
                <a:lnTo>
                  <a:pt x="8146" y="56013"/>
                </a:lnTo>
                <a:lnTo>
                  <a:pt x="8146" y="51456"/>
                </a:lnTo>
                <a:lnTo>
                  <a:pt x="12703" y="51456"/>
                </a:lnTo>
                <a:close/>
                <a:moveTo>
                  <a:pt x="12703" y="51174"/>
                </a:moveTo>
                <a:lnTo>
                  <a:pt x="8146" y="51174"/>
                </a:lnTo>
                <a:lnTo>
                  <a:pt x="8146" y="46617"/>
                </a:lnTo>
                <a:lnTo>
                  <a:pt x="12703" y="46617"/>
                </a:lnTo>
                <a:close/>
                <a:moveTo>
                  <a:pt x="12703" y="46375"/>
                </a:moveTo>
                <a:lnTo>
                  <a:pt x="8146" y="46375"/>
                </a:lnTo>
                <a:lnTo>
                  <a:pt x="8146" y="41818"/>
                </a:lnTo>
                <a:lnTo>
                  <a:pt x="12703" y="41818"/>
                </a:lnTo>
                <a:close/>
                <a:moveTo>
                  <a:pt x="12703" y="41576"/>
                </a:moveTo>
                <a:lnTo>
                  <a:pt x="8146" y="41576"/>
                </a:lnTo>
                <a:lnTo>
                  <a:pt x="8146" y="36979"/>
                </a:lnTo>
                <a:lnTo>
                  <a:pt x="12703" y="36979"/>
                </a:lnTo>
                <a:close/>
                <a:moveTo>
                  <a:pt x="12703" y="36737"/>
                </a:moveTo>
                <a:lnTo>
                  <a:pt x="8146" y="36737"/>
                </a:lnTo>
                <a:lnTo>
                  <a:pt x="8146" y="32180"/>
                </a:lnTo>
                <a:lnTo>
                  <a:pt x="12703" y="32180"/>
                </a:lnTo>
                <a:close/>
                <a:moveTo>
                  <a:pt x="12703" y="31938"/>
                </a:moveTo>
                <a:lnTo>
                  <a:pt x="8146" y="31938"/>
                </a:lnTo>
                <a:lnTo>
                  <a:pt x="8146" y="27381"/>
                </a:lnTo>
                <a:lnTo>
                  <a:pt x="12703" y="27381"/>
                </a:lnTo>
                <a:close/>
                <a:moveTo>
                  <a:pt x="12703" y="27139"/>
                </a:moveTo>
                <a:lnTo>
                  <a:pt x="8146" y="27139"/>
                </a:lnTo>
                <a:lnTo>
                  <a:pt x="8146" y="22542"/>
                </a:lnTo>
                <a:lnTo>
                  <a:pt x="12703" y="22542"/>
                </a:lnTo>
                <a:close/>
                <a:moveTo>
                  <a:pt x="17542" y="75248"/>
                </a:moveTo>
                <a:lnTo>
                  <a:pt x="12945" y="75248"/>
                </a:lnTo>
                <a:lnTo>
                  <a:pt x="12945" y="70651"/>
                </a:lnTo>
                <a:lnTo>
                  <a:pt x="17542" y="70651"/>
                </a:lnTo>
                <a:close/>
                <a:moveTo>
                  <a:pt x="17542" y="70449"/>
                </a:moveTo>
                <a:lnTo>
                  <a:pt x="12945" y="70449"/>
                </a:lnTo>
                <a:lnTo>
                  <a:pt x="12945" y="65852"/>
                </a:lnTo>
                <a:lnTo>
                  <a:pt x="17542" y="65852"/>
                </a:lnTo>
                <a:close/>
                <a:moveTo>
                  <a:pt x="17542" y="65610"/>
                </a:moveTo>
                <a:lnTo>
                  <a:pt x="12945" y="65610"/>
                </a:lnTo>
                <a:lnTo>
                  <a:pt x="12945" y="61054"/>
                </a:lnTo>
                <a:lnTo>
                  <a:pt x="17542" y="61054"/>
                </a:lnTo>
                <a:close/>
                <a:moveTo>
                  <a:pt x="17542" y="60812"/>
                </a:moveTo>
                <a:lnTo>
                  <a:pt x="12945" y="60812"/>
                </a:lnTo>
                <a:lnTo>
                  <a:pt x="12945" y="56214"/>
                </a:lnTo>
                <a:lnTo>
                  <a:pt x="17542" y="56214"/>
                </a:lnTo>
                <a:close/>
                <a:moveTo>
                  <a:pt x="17542" y="55972"/>
                </a:moveTo>
                <a:lnTo>
                  <a:pt x="12945" y="55972"/>
                </a:lnTo>
                <a:lnTo>
                  <a:pt x="12945" y="51416"/>
                </a:lnTo>
                <a:lnTo>
                  <a:pt x="17542" y="51416"/>
                </a:lnTo>
                <a:close/>
                <a:moveTo>
                  <a:pt x="17542" y="51174"/>
                </a:moveTo>
                <a:lnTo>
                  <a:pt x="12945" y="51174"/>
                </a:lnTo>
                <a:lnTo>
                  <a:pt x="12945" y="46617"/>
                </a:lnTo>
                <a:lnTo>
                  <a:pt x="17542" y="46617"/>
                </a:lnTo>
                <a:close/>
                <a:moveTo>
                  <a:pt x="17542" y="46375"/>
                </a:moveTo>
                <a:lnTo>
                  <a:pt x="12945" y="46375"/>
                </a:lnTo>
                <a:lnTo>
                  <a:pt x="12945" y="41778"/>
                </a:lnTo>
                <a:lnTo>
                  <a:pt x="17542" y="41778"/>
                </a:lnTo>
                <a:close/>
                <a:moveTo>
                  <a:pt x="17542" y="41536"/>
                </a:moveTo>
                <a:lnTo>
                  <a:pt x="12945" y="41536"/>
                </a:lnTo>
                <a:lnTo>
                  <a:pt x="12945" y="36979"/>
                </a:lnTo>
                <a:lnTo>
                  <a:pt x="17542" y="36979"/>
                </a:lnTo>
                <a:close/>
                <a:moveTo>
                  <a:pt x="17542" y="36737"/>
                </a:moveTo>
                <a:lnTo>
                  <a:pt x="12945" y="36737"/>
                </a:lnTo>
                <a:lnTo>
                  <a:pt x="12945" y="32180"/>
                </a:lnTo>
                <a:lnTo>
                  <a:pt x="17542" y="32180"/>
                </a:lnTo>
                <a:close/>
                <a:moveTo>
                  <a:pt x="17542" y="31938"/>
                </a:moveTo>
                <a:lnTo>
                  <a:pt x="12945" y="31938"/>
                </a:lnTo>
                <a:lnTo>
                  <a:pt x="12945" y="27341"/>
                </a:lnTo>
                <a:lnTo>
                  <a:pt x="17542" y="27341"/>
                </a:lnTo>
                <a:close/>
                <a:moveTo>
                  <a:pt x="17542" y="27099"/>
                </a:moveTo>
                <a:lnTo>
                  <a:pt x="12945" y="27099"/>
                </a:lnTo>
                <a:lnTo>
                  <a:pt x="12945" y="22542"/>
                </a:lnTo>
                <a:lnTo>
                  <a:pt x="17542" y="22542"/>
                </a:lnTo>
                <a:close/>
                <a:moveTo>
                  <a:pt x="17542" y="22300"/>
                </a:moveTo>
                <a:lnTo>
                  <a:pt x="12945" y="22300"/>
                </a:lnTo>
                <a:lnTo>
                  <a:pt x="12945" y="17743"/>
                </a:lnTo>
                <a:lnTo>
                  <a:pt x="17542" y="17743"/>
                </a:lnTo>
                <a:close/>
                <a:moveTo>
                  <a:pt x="22341" y="80047"/>
                </a:moveTo>
                <a:lnTo>
                  <a:pt x="17784" y="80047"/>
                </a:lnTo>
                <a:lnTo>
                  <a:pt x="17784" y="75450"/>
                </a:lnTo>
                <a:lnTo>
                  <a:pt x="22341" y="75450"/>
                </a:lnTo>
                <a:close/>
                <a:moveTo>
                  <a:pt x="22341" y="75208"/>
                </a:moveTo>
                <a:lnTo>
                  <a:pt x="17784" y="75208"/>
                </a:lnTo>
                <a:lnTo>
                  <a:pt x="17784" y="70651"/>
                </a:lnTo>
                <a:lnTo>
                  <a:pt x="22341" y="70651"/>
                </a:lnTo>
                <a:close/>
                <a:moveTo>
                  <a:pt x="22341" y="70409"/>
                </a:moveTo>
                <a:lnTo>
                  <a:pt x="17784" y="70409"/>
                </a:lnTo>
                <a:lnTo>
                  <a:pt x="17784" y="65852"/>
                </a:lnTo>
                <a:lnTo>
                  <a:pt x="22341" y="65852"/>
                </a:lnTo>
                <a:close/>
                <a:moveTo>
                  <a:pt x="22341" y="65610"/>
                </a:moveTo>
                <a:lnTo>
                  <a:pt x="17784" y="65610"/>
                </a:lnTo>
                <a:lnTo>
                  <a:pt x="17784" y="61013"/>
                </a:lnTo>
                <a:lnTo>
                  <a:pt x="22341" y="61013"/>
                </a:lnTo>
                <a:close/>
                <a:moveTo>
                  <a:pt x="22341" y="60771"/>
                </a:moveTo>
                <a:lnTo>
                  <a:pt x="17784" y="60771"/>
                </a:lnTo>
                <a:lnTo>
                  <a:pt x="17784" y="56214"/>
                </a:lnTo>
                <a:lnTo>
                  <a:pt x="22341" y="56214"/>
                </a:lnTo>
                <a:close/>
                <a:moveTo>
                  <a:pt x="22341" y="55972"/>
                </a:moveTo>
                <a:lnTo>
                  <a:pt x="17784" y="55972"/>
                </a:lnTo>
                <a:lnTo>
                  <a:pt x="17784" y="51416"/>
                </a:lnTo>
                <a:lnTo>
                  <a:pt x="22341" y="51416"/>
                </a:lnTo>
                <a:close/>
                <a:moveTo>
                  <a:pt x="22341" y="51174"/>
                </a:moveTo>
                <a:lnTo>
                  <a:pt x="17784" y="51174"/>
                </a:lnTo>
                <a:lnTo>
                  <a:pt x="17784" y="46577"/>
                </a:lnTo>
                <a:lnTo>
                  <a:pt x="22341" y="46577"/>
                </a:lnTo>
                <a:close/>
                <a:moveTo>
                  <a:pt x="22341" y="46335"/>
                </a:moveTo>
                <a:lnTo>
                  <a:pt x="17784" y="46335"/>
                </a:lnTo>
                <a:lnTo>
                  <a:pt x="17784" y="41778"/>
                </a:lnTo>
                <a:lnTo>
                  <a:pt x="22341" y="41778"/>
                </a:lnTo>
                <a:close/>
                <a:moveTo>
                  <a:pt x="22341" y="41536"/>
                </a:moveTo>
                <a:lnTo>
                  <a:pt x="17784" y="41536"/>
                </a:lnTo>
                <a:lnTo>
                  <a:pt x="17784" y="36939"/>
                </a:lnTo>
                <a:lnTo>
                  <a:pt x="22341" y="36939"/>
                </a:lnTo>
                <a:close/>
                <a:moveTo>
                  <a:pt x="22341" y="36737"/>
                </a:moveTo>
                <a:lnTo>
                  <a:pt x="17784" y="36737"/>
                </a:lnTo>
                <a:lnTo>
                  <a:pt x="17784" y="32140"/>
                </a:lnTo>
                <a:lnTo>
                  <a:pt x="22341" y="32140"/>
                </a:lnTo>
                <a:close/>
                <a:moveTo>
                  <a:pt x="22341" y="31898"/>
                </a:moveTo>
                <a:lnTo>
                  <a:pt x="17784" y="31898"/>
                </a:lnTo>
                <a:lnTo>
                  <a:pt x="17784" y="27341"/>
                </a:lnTo>
                <a:lnTo>
                  <a:pt x="22341" y="27341"/>
                </a:lnTo>
                <a:close/>
                <a:moveTo>
                  <a:pt x="22341" y="27099"/>
                </a:moveTo>
                <a:lnTo>
                  <a:pt x="17784" y="27099"/>
                </a:lnTo>
                <a:lnTo>
                  <a:pt x="17784" y="22502"/>
                </a:lnTo>
                <a:lnTo>
                  <a:pt x="22341" y="22502"/>
                </a:lnTo>
                <a:close/>
                <a:moveTo>
                  <a:pt x="22341" y="22260"/>
                </a:moveTo>
                <a:lnTo>
                  <a:pt x="17784" y="22260"/>
                </a:lnTo>
                <a:lnTo>
                  <a:pt x="17784" y="17703"/>
                </a:lnTo>
                <a:lnTo>
                  <a:pt x="22341" y="17703"/>
                </a:lnTo>
                <a:close/>
                <a:moveTo>
                  <a:pt x="22341" y="17461"/>
                </a:moveTo>
                <a:lnTo>
                  <a:pt x="17784" y="17461"/>
                </a:lnTo>
                <a:lnTo>
                  <a:pt x="17784" y="12904"/>
                </a:lnTo>
                <a:lnTo>
                  <a:pt x="22341" y="12904"/>
                </a:lnTo>
                <a:close/>
                <a:moveTo>
                  <a:pt x="27139" y="84846"/>
                </a:moveTo>
                <a:lnTo>
                  <a:pt x="22583" y="84846"/>
                </a:lnTo>
                <a:lnTo>
                  <a:pt x="22583" y="80249"/>
                </a:lnTo>
                <a:lnTo>
                  <a:pt x="27139" y="80249"/>
                </a:lnTo>
                <a:close/>
                <a:moveTo>
                  <a:pt x="27139" y="80007"/>
                </a:moveTo>
                <a:lnTo>
                  <a:pt x="22583" y="80007"/>
                </a:lnTo>
                <a:lnTo>
                  <a:pt x="22583" y="75450"/>
                </a:lnTo>
                <a:lnTo>
                  <a:pt x="27139" y="75450"/>
                </a:lnTo>
                <a:close/>
                <a:moveTo>
                  <a:pt x="27139" y="75208"/>
                </a:moveTo>
                <a:lnTo>
                  <a:pt x="22583" y="75208"/>
                </a:lnTo>
                <a:lnTo>
                  <a:pt x="22583" y="70611"/>
                </a:lnTo>
                <a:lnTo>
                  <a:pt x="27139" y="70611"/>
                </a:lnTo>
                <a:close/>
                <a:moveTo>
                  <a:pt x="27139" y="70369"/>
                </a:moveTo>
                <a:lnTo>
                  <a:pt x="22583" y="70369"/>
                </a:lnTo>
                <a:lnTo>
                  <a:pt x="22583" y="65812"/>
                </a:lnTo>
                <a:lnTo>
                  <a:pt x="27139" y="65812"/>
                </a:lnTo>
                <a:close/>
                <a:moveTo>
                  <a:pt x="27139" y="65570"/>
                </a:moveTo>
                <a:lnTo>
                  <a:pt x="22583" y="65570"/>
                </a:lnTo>
                <a:lnTo>
                  <a:pt x="22583" y="61013"/>
                </a:lnTo>
                <a:lnTo>
                  <a:pt x="27139" y="61013"/>
                </a:lnTo>
                <a:close/>
                <a:moveTo>
                  <a:pt x="27139" y="60771"/>
                </a:moveTo>
                <a:lnTo>
                  <a:pt x="22583" y="60771"/>
                </a:lnTo>
                <a:lnTo>
                  <a:pt x="22583" y="56174"/>
                </a:lnTo>
                <a:lnTo>
                  <a:pt x="27139" y="56174"/>
                </a:lnTo>
                <a:close/>
                <a:moveTo>
                  <a:pt x="27139" y="55932"/>
                </a:moveTo>
                <a:lnTo>
                  <a:pt x="22583" y="55932"/>
                </a:lnTo>
                <a:lnTo>
                  <a:pt x="22583" y="51375"/>
                </a:lnTo>
                <a:lnTo>
                  <a:pt x="27139" y="51375"/>
                </a:lnTo>
                <a:close/>
                <a:moveTo>
                  <a:pt x="27139" y="51133"/>
                </a:moveTo>
                <a:lnTo>
                  <a:pt x="22583" y="51133"/>
                </a:lnTo>
                <a:lnTo>
                  <a:pt x="22583" y="46577"/>
                </a:lnTo>
                <a:lnTo>
                  <a:pt x="27139" y="46577"/>
                </a:lnTo>
                <a:close/>
                <a:moveTo>
                  <a:pt x="27139" y="46335"/>
                </a:moveTo>
                <a:lnTo>
                  <a:pt x="22583" y="46335"/>
                </a:lnTo>
                <a:lnTo>
                  <a:pt x="22583" y="41737"/>
                </a:lnTo>
                <a:lnTo>
                  <a:pt x="27139" y="41737"/>
                </a:lnTo>
                <a:close/>
                <a:moveTo>
                  <a:pt x="27139" y="41495"/>
                </a:moveTo>
                <a:lnTo>
                  <a:pt x="22583" y="41495"/>
                </a:lnTo>
                <a:lnTo>
                  <a:pt x="22583" y="36939"/>
                </a:lnTo>
                <a:lnTo>
                  <a:pt x="27139" y="36939"/>
                </a:lnTo>
                <a:close/>
                <a:moveTo>
                  <a:pt x="27139" y="36697"/>
                </a:moveTo>
                <a:lnTo>
                  <a:pt x="22583" y="36697"/>
                </a:lnTo>
                <a:lnTo>
                  <a:pt x="22583" y="32140"/>
                </a:lnTo>
                <a:lnTo>
                  <a:pt x="27139" y="32140"/>
                </a:lnTo>
                <a:close/>
                <a:moveTo>
                  <a:pt x="27139" y="31898"/>
                </a:moveTo>
                <a:lnTo>
                  <a:pt x="22583" y="31898"/>
                </a:lnTo>
                <a:lnTo>
                  <a:pt x="22583" y="27301"/>
                </a:lnTo>
                <a:lnTo>
                  <a:pt x="27139" y="27301"/>
                </a:lnTo>
                <a:close/>
                <a:moveTo>
                  <a:pt x="27139" y="27059"/>
                </a:moveTo>
                <a:lnTo>
                  <a:pt x="22583" y="27059"/>
                </a:lnTo>
                <a:lnTo>
                  <a:pt x="22583" y="22502"/>
                </a:lnTo>
                <a:lnTo>
                  <a:pt x="27139" y="22502"/>
                </a:lnTo>
                <a:close/>
                <a:moveTo>
                  <a:pt x="27139" y="22260"/>
                </a:moveTo>
                <a:lnTo>
                  <a:pt x="22583" y="22260"/>
                </a:lnTo>
                <a:lnTo>
                  <a:pt x="22583" y="17703"/>
                </a:lnTo>
                <a:lnTo>
                  <a:pt x="27139" y="17703"/>
                </a:lnTo>
                <a:close/>
                <a:moveTo>
                  <a:pt x="27139" y="17461"/>
                </a:moveTo>
                <a:lnTo>
                  <a:pt x="22583" y="17461"/>
                </a:lnTo>
                <a:lnTo>
                  <a:pt x="22583" y="12864"/>
                </a:lnTo>
                <a:lnTo>
                  <a:pt x="27139" y="12864"/>
                </a:lnTo>
                <a:close/>
                <a:moveTo>
                  <a:pt x="27139" y="12622"/>
                </a:moveTo>
                <a:lnTo>
                  <a:pt x="22583" y="12622"/>
                </a:lnTo>
                <a:lnTo>
                  <a:pt x="22583" y="8065"/>
                </a:lnTo>
                <a:lnTo>
                  <a:pt x="27139" y="8065"/>
                </a:lnTo>
                <a:close/>
                <a:moveTo>
                  <a:pt x="31979" y="84806"/>
                </a:moveTo>
                <a:lnTo>
                  <a:pt x="27381" y="84806"/>
                </a:lnTo>
                <a:lnTo>
                  <a:pt x="27381" y="80249"/>
                </a:lnTo>
                <a:lnTo>
                  <a:pt x="31979" y="80249"/>
                </a:lnTo>
                <a:close/>
                <a:moveTo>
                  <a:pt x="31979" y="80007"/>
                </a:moveTo>
                <a:lnTo>
                  <a:pt x="27381" y="80007"/>
                </a:lnTo>
                <a:lnTo>
                  <a:pt x="27381" y="75410"/>
                </a:lnTo>
                <a:lnTo>
                  <a:pt x="31979" y="75410"/>
                </a:lnTo>
                <a:close/>
                <a:moveTo>
                  <a:pt x="31979" y="75168"/>
                </a:moveTo>
                <a:lnTo>
                  <a:pt x="27381" y="75168"/>
                </a:lnTo>
                <a:lnTo>
                  <a:pt x="27381" y="70611"/>
                </a:lnTo>
                <a:lnTo>
                  <a:pt x="31979" y="70611"/>
                </a:lnTo>
                <a:close/>
                <a:moveTo>
                  <a:pt x="31979" y="70369"/>
                </a:moveTo>
                <a:lnTo>
                  <a:pt x="27381" y="70369"/>
                </a:lnTo>
                <a:lnTo>
                  <a:pt x="27381" y="65812"/>
                </a:lnTo>
                <a:lnTo>
                  <a:pt x="31979" y="65812"/>
                </a:lnTo>
                <a:close/>
                <a:moveTo>
                  <a:pt x="31979" y="65570"/>
                </a:moveTo>
                <a:lnTo>
                  <a:pt x="27381" y="65570"/>
                </a:lnTo>
                <a:lnTo>
                  <a:pt x="27381" y="60973"/>
                </a:lnTo>
                <a:lnTo>
                  <a:pt x="31979" y="60973"/>
                </a:lnTo>
                <a:close/>
                <a:moveTo>
                  <a:pt x="31979" y="60731"/>
                </a:moveTo>
                <a:lnTo>
                  <a:pt x="27381" y="60731"/>
                </a:lnTo>
                <a:lnTo>
                  <a:pt x="27381" y="56174"/>
                </a:lnTo>
                <a:lnTo>
                  <a:pt x="31979" y="56174"/>
                </a:lnTo>
                <a:close/>
                <a:moveTo>
                  <a:pt x="31979" y="55932"/>
                </a:moveTo>
                <a:lnTo>
                  <a:pt x="27381" y="55932"/>
                </a:lnTo>
                <a:lnTo>
                  <a:pt x="27381" y="51375"/>
                </a:lnTo>
                <a:lnTo>
                  <a:pt x="31979" y="51375"/>
                </a:lnTo>
                <a:close/>
                <a:moveTo>
                  <a:pt x="31979" y="51133"/>
                </a:moveTo>
                <a:lnTo>
                  <a:pt x="27381" y="51133"/>
                </a:lnTo>
                <a:lnTo>
                  <a:pt x="27381" y="46536"/>
                </a:lnTo>
                <a:lnTo>
                  <a:pt x="31979" y="46536"/>
                </a:lnTo>
                <a:close/>
                <a:moveTo>
                  <a:pt x="31979" y="46294"/>
                </a:moveTo>
                <a:lnTo>
                  <a:pt x="27381" y="46294"/>
                </a:lnTo>
                <a:lnTo>
                  <a:pt x="27381" y="41737"/>
                </a:lnTo>
                <a:lnTo>
                  <a:pt x="31979" y="41737"/>
                </a:lnTo>
                <a:close/>
                <a:moveTo>
                  <a:pt x="31979" y="41495"/>
                </a:moveTo>
                <a:lnTo>
                  <a:pt x="27381" y="41495"/>
                </a:lnTo>
                <a:lnTo>
                  <a:pt x="27381" y="36898"/>
                </a:lnTo>
                <a:lnTo>
                  <a:pt x="31979" y="36898"/>
                </a:lnTo>
                <a:close/>
                <a:moveTo>
                  <a:pt x="31979" y="36656"/>
                </a:moveTo>
                <a:lnTo>
                  <a:pt x="27381" y="36656"/>
                </a:lnTo>
                <a:lnTo>
                  <a:pt x="27381" y="32099"/>
                </a:lnTo>
                <a:lnTo>
                  <a:pt x="31979" y="32099"/>
                </a:lnTo>
                <a:close/>
                <a:moveTo>
                  <a:pt x="31979" y="31858"/>
                </a:moveTo>
                <a:lnTo>
                  <a:pt x="27381" y="31858"/>
                </a:lnTo>
                <a:lnTo>
                  <a:pt x="27381" y="27301"/>
                </a:lnTo>
                <a:lnTo>
                  <a:pt x="31979" y="27301"/>
                </a:lnTo>
                <a:close/>
                <a:moveTo>
                  <a:pt x="31979" y="27059"/>
                </a:moveTo>
                <a:lnTo>
                  <a:pt x="27381" y="27059"/>
                </a:lnTo>
                <a:lnTo>
                  <a:pt x="27381" y="22462"/>
                </a:lnTo>
                <a:lnTo>
                  <a:pt x="31979" y="22462"/>
                </a:lnTo>
                <a:close/>
                <a:moveTo>
                  <a:pt x="31979" y="22220"/>
                </a:moveTo>
                <a:lnTo>
                  <a:pt x="27381" y="22220"/>
                </a:lnTo>
                <a:lnTo>
                  <a:pt x="27381" y="17663"/>
                </a:lnTo>
                <a:lnTo>
                  <a:pt x="31979" y="17663"/>
                </a:lnTo>
                <a:close/>
                <a:moveTo>
                  <a:pt x="31979" y="17421"/>
                </a:moveTo>
                <a:lnTo>
                  <a:pt x="27381" y="17421"/>
                </a:lnTo>
                <a:lnTo>
                  <a:pt x="27381" y="12864"/>
                </a:lnTo>
                <a:lnTo>
                  <a:pt x="31979" y="12864"/>
                </a:lnTo>
                <a:close/>
                <a:moveTo>
                  <a:pt x="31979" y="12622"/>
                </a:moveTo>
                <a:lnTo>
                  <a:pt x="27381" y="12622"/>
                </a:lnTo>
                <a:lnTo>
                  <a:pt x="27381" y="8025"/>
                </a:lnTo>
                <a:lnTo>
                  <a:pt x="31979" y="8025"/>
                </a:lnTo>
                <a:close/>
                <a:moveTo>
                  <a:pt x="36777" y="89604"/>
                </a:moveTo>
                <a:lnTo>
                  <a:pt x="32220" y="89604"/>
                </a:lnTo>
                <a:lnTo>
                  <a:pt x="32220" y="85007"/>
                </a:lnTo>
                <a:lnTo>
                  <a:pt x="36777" y="85007"/>
                </a:lnTo>
                <a:close/>
                <a:moveTo>
                  <a:pt x="36777" y="84765"/>
                </a:moveTo>
                <a:lnTo>
                  <a:pt x="32220" y="84765"/>
                </a:lnTo>
                <a:lnTo>
                  <a:pt x="32220" y="80208"/>
                </a:lnTo>
                <a:lnTo>
                  <a:pt x="36777" y="80208"/>
                </a:lnTo>
                <a:close/>
                <a:moveTo>
                  <a:pt x="36777" y="79966"/>
                </a:moveTo>
                <a:lnTo>
                  <a:pt x="32220" y="79966"/>
                </a:lnTo>
                <a:lnTo>
                  <a:pt x="32220" y="75410"/>
                </a:lnTo>
                <a:lnTo>
                  <a:pt x="36777" y="75410"/>
                </a:lnTo>
                <a:close/>
                <a:moveTo>
                  <a:pt x="36777" y="75168"/>
                </a:moveTo>
                <a:lnTo>
                  <a:pt x="32220" y="75168"/>
                </a:lnTo>
                <a:lnTo>
                  <a:pt x="32220" y="70570"/>
                </a:lnTo>
                <a:lnTo>
                  <a:pt x="36777" y="70570"/>
                </a:lnTo>
                <a:close/>
                <a:moveTo>
                  <a:pt x="36777" y="70329"/>
                </a:moveTo>
                <a:lnTo>
                  <a:pt x="32220" y="70329"/>
                </a:lnTo>
                <a:lnTo>
                  <a:pt x="32220" y="65772"/>
                </a:lnTo>
                <a:lnTo>
                  <a:pt x="36777" y="65772"/>
                </a:lnTo>
                <a:close/>
                <a:moveTo>
                  <a:pt x="36777" y="65530"/>
                </a:moveTo>
                <a:lnTo>
                  <a:pt x="32220" y="65530"/>
                </a:lnTo>
                <a:lnTo>
                  <a:pt x="32220" y="60973"/>
                </a:lnTo>
                <a:lnTo>
                  <a:pt x="36777" y="60973"/>
                </a:lnTo>
                <a:close/>
                <a:moveTo>
                  <a:pt x="36777" y="60731"/>
                </a:moveTo>
                <a:lnTo>
                  <a:pt x="32220" y="60731"/>
                </a:lnTo>
                <a:lnTo>
                  <a:pt x="32220" y="56134"/>
                </a:lnTo>
                <a:lnTo>
                  <a:pt x="36777" y="56134"/>
                </a:lnTo>
                <a:close/>
                <a:moveTo>
                  <a:pt x="36777" y="55892"/>
                </a:moveTo>
                <a:lnTo>
                  <a:pt x="32220" y="55892"/>
                </a:lnTo>
                <a:lnTo>
                  <a:pt x="32220" y="51335"/>
                </a:lnTo>
                <a:lnTo>
                  <a:pt x="36777" y="51335"/>
                </a:lnTo>
                <a:close/>
                <a:moveTo>
                  <a:pt x="36777" y="51093"/>
                </a:moveTo>
                <a:lnTo>
                  <a:pt x="32220" y="51093"/>
                </a:lnTo>
                <a:lnTo>
                  <a:pt x="32220" y="46536"/>
                </a:lnTo>
                <a:lnTo>
                  <a:pt x="36777" y="46536"/>
                </a:lnTo>
                <a:close/>
                <a:moveTo>
                  <a:pt x="36777" y="46294"/>
                </a:moveTo>
                <a:lnTo>
                  <a:pt x="32220" y="46294"/>
                </a:lnTo>
                <a:lnTo>
                  <a:pt x="32220" y="41697"/>
                </a:lnTo>
                <a:lnTo>
                  <a:pt x="36777" y="41697"/>
                </a:lnTo>
                <a:close/>
                <a:moveTo>
                  <a:pt x="36777" y="41455"/>
                </a:moveTo>
                <a:lnTo>
                  <a:pt x="32220" y="41455"/>
                </a:lnTo>
                <a:lnTo>
                  <a:pt x="32220" y="36898"/>
                </a:lnTo>
                <a:lnTo>
                  <a:pt x="36777" y="36898"/>
                </a:lnTo>
                <a:close/>
                <a:moveTo>
                  <a:pt x="36777" y="36656"/>
                </a:moveTo>
                <a:lnTo>
                  <a:pt x="32220" y="36656"/>
                </a:lnTo>
                <a:lnTo>
                  <a:pt x="32220" y="32059"/>
                </a:lnTo>
                <a:lnTo>
                  <a:pt x="36777" y="32059"/>
                </a:lnTo>
                <a:close/>
                <a:moveTo>
                  <a:pt x="36777" y="31817"/>
                </a:moveTo>
                <a:lnTo>
                  <a:pt x="32220" y="31817"/>
                </a:lnTo>
                <a:lnTo>
                  <a:pt x="32220" y="27260"/>
                </a:lnTo>
                <a:lnTo>
                  <a:pt x="36777" y="27260"/>
                </a:lnTo>
                <a:close/>
                <a:moveTo>
                  <a:pt x="36777" y="27018"/>
                </a:moveTo>
                <a:lnTo>
                  <a:pt x="32220" y="27018"/>
                </a:lnTo>
                <a:lnTo>
                  <a:pt x="32220" y="22462"/>
                </a:lnTo>
                <a:lnTo>
                  <a:pt x="36777" y="22462"/>
                </a:lnTo>
                <a:close/>
                <a:moveTo>
                  <a:pt x="36777" y="22220"/>
                </a:moveTo>
                <a:lnTo>
                  <a:pt x="32220" y="22220"/>
                </a:lnTo>
                <a:lnTo>
                  <a:pt x="32220" y="17622"/>
                </a:lnTo>
                <a:lnTo>
                  <a:pt x="36777" y="17622"/>
                </a:lnTo>
                <a:close/>
                <a:moveTo>
                  <a:pt x="36777" y="17380"/>
                </a:moveTo>
                <a:lnTo>
                  <a:pt x="32220" y="17380"/>
                </a:lnTo>
                <a:lnTo>
                  <a:pt x="32220" y="12824"/>
                </a:lnTo>
                <a:lnTo>
                  <a:pt x="36777" y="12824"/>
                </a:lnTo>
                <a:close/>
                <a:moveTo>
                  <a:pt x="36777" y="12582"/>
                </a:moveTo>
                <a:lnTo>
                  <a:pt x="32220" y="12582"/>
                </a:lnTo>
                <a:lnTo>
                  <a:pt x="32220" y="8025"/>
                </a:lnTo>
                <a:lnTo>
                  <a:pt x="36777" y="8025"/>
                </a:lnTo>
                <a:close/>
                <a:moveTo>
                  <a:pt x="36777" y="7783"/>
                </a:moveTo>
                <a:lnTo>
                  <a:pt x="32220" y="7783"/>
                </a:lnTo>
                <a:lnTo>
                  <a:pt x="32220" y="3307"/>
                </a:lnTo>
                <a:lnTo>
                  <a:pt x="36777" y="3307"/>
                </a:lnTo>
                <a:lnTo>
                  <a:pt x="36777" y="7904"/>
                </a:lnTo>
                <a:close/>
                <a:moveTo>
                  <a:pt x="41616" y="89564"/>
                </a:moveTo>
                <a:lnTo>
                  <a:pt x="37019" y="89564"/>
                </a:lnTo>
                <a:lnTo>
                  <a:pt x="37019" y="85007"/>
                </a:lnTo>
                <a:lnTo>
                  <a:pt x="41616" y="85007"/>
                </a:lnTo>
                <a:close/>
                <a:moveTo>
                  <a:pt x="41616" y="84765"/>
                </a:moveTo>
                <a:lnTo>
                  <a:pt x="37019" y="84765"/>
                </a:lnTo>
                <a:lnTo>
                  <a:pt x="37019" y="80168"/>
                </a:lnTo>
                <a:lnTo>
                  <a:pt x="41616" y="80168"/>
                </a:lnTo>
                <a:close/>
                <a:moveTo>
                  <a:pt x="41616" y="79926"/>
                </a:moveTo>
                <a:lnTo>
                  <a:pt x="37019" y="79926"/>
                </a:lnTo>
                <a:lnTo>
                  <a:pt x="37019" y="75369"/>
                </a:lnTo>
                <a:lnTo>
                  <a:pt x="41616" y="75369"/>
                </a:lnTo>
                <a:close/>
                <a:moveTo>
                  <a:pt x="41616" y="75127"/>
                </a:moveTo>
                <a:lnTo>
                  <a:pt x="37019" y="75127"/>
                </a:lnTo>
                <a:lnTo>
                  <a:pt x="37019" y="70570"/>
                </a:lnTo>
                <a:lnTo>
                  <a:pt x="41616" y="70570"/>
                </a:lnTo>
                <a:close/>
                <a:moveTo>
                  <a:pt x="41616" y="70329"/>
                </a:moveTo>
                <a:lnTo>
                  <a:pt x="37019" y="70329"/>
                </a:lnTo>
                <a:lnTo>
                  <a:pt x="37019" y="65731"/>
                </a:lnTo>
                <a:lnTo>
                  <a:pt x="41616" y="65731"/>
                </a:lnTo>
                <a:close/>
                <a:moveTo>
                  <a:pt x="41616" y="65489"/>
                </a:moveTo>
                <a:lnTo>
                  <a:pt x="37019" y="65489"/>
                </a:lnTo>
                <a:lnTo>
                  <a:pt x="37019" y="60933"/>
                </a:lnTo>
                <a:lnTo>
                  <a:pt x="41616" y="60933"/>
                </a:lnTo>
                <a:close/>
                <a:moveTo>
                  <a:pt x="41616" y="60691"/>
                </a:moveTo>
                <a:lnTo>
                  <a:pt x="37019" y="60691"/>
                </a:lnTo>
                <a:lnTo>
                  <a:pt x="37019" y="56134"/>
                </a:lnTo>
                <a:lnTo>
                  <a:pt x="41616" y="56134"/>
                </a:lnTo>
                <a:close/>
                <a:moveTo>
                  <a:pt x="41616" y="55892"/>
                </a:moveTo>
                <a:lnTo>
                  <a:pt x="37019" y="55892"/>
                </a:lnTo>
                <a:lnTo>
                  <a:pt x="37019" y="51295"/>
                </a:lnTo>
                <a:lnTo>
                  <a:pt x="41616" y="51295"/>
                </a:lnTo>
                <a:close/>
                <a:moveTo>
                  <a:pt x="41616" y="51053"/>
                </a:moveTo>
                <a:lnTo>
                  <a:pt x="37019" y="51053"/>
                </a:lnTo>
                <a:lnTo>
                  <a:pt x="37019" y="46496"/>
                </a:lnTo>
                <a:lnTo>
                  <a:pt x="41616" y="46496"/>
                </a:lnTo>
                <a:close/>
                <a:moveTo>
                  <a:pt x="41616" y="46254"/>
                </a:moveTo>
                <a:lnTo>
                  <a:pt x="37019" y="46254"/>
                </a:lnTo>
                <a:lnTo>
                  <a:pt x="37019" y="41697"/>
                </a:lnTo>
                <a:lnTo>
                  <a:pt x="41616" y="41697"/>
                </a:lnTo>
                <a:close/>
                <a:moveTo>
                  <a:pt x="41616" y="41455"/>
                </a:moveTo>
                <a:lnTo>
                  <a:pt x="37019" y="41455"/>
                </a:lnTo>
                <a:lnTo>
                  <a:pt x="37019" y="36858"/>
                </a:lnTo>
                <a:lnTo>
                  <a:pt x="41616" y="36858"/>
                </a:lnTo>
                <a:close/>
                <a:moveTo>
                  <a:pt x="41616" y="36616"/>
                </a:moveTo>
                <a:lnTo>
                  <a:pt x="37019" y="36616"/>
                </a:lnTo>
                <a:lnTo>
                  <a:pt x="37019" y="32059"/>
                </a:lnTo>
                <a:lnTo>
                  <a:pt x="41616" y="32059"/>
                </a:lnTo>
                <a:close/>
                <a:moveTo>
                  <a:pt x="41616" y="31817"/>
                </a:moveTo>
                <a:lnTo>
                  <a:pt x="37019" y="31817"/>
                </a:lnTo>
                <a:lnTo>
                  <a:pt x="37019" y="27220"/>
                </a:lnTo>
                <a:lnTo>
                  <a:pt x="41616" y="27220"/>
                </a:lnTo>
                <a:close/>
                <a:moveTo>
                  <a:pt x="41616" y="26978"/>
                </a:moveTo>
                <a:lnTo>
                  <a:pt x="37019" y="26978"/>
                </a:lnTo>
                <a:lnTo>
                  <a:pt x="37019" y="22421"/>
                </a:lnTo>
                <a:lnTo>
                  <a:pt x="41616" y="22421"/>
                </a:lnTo>
                <a:close/>
                <a:moveTo>
                  <a:pt x="41616" y="22179"/>
                </a:moveTo>
                <a:lnTo>
                  <a:pt x="37019" y="22179"/>
                </a:lnTo>
                <a:lnTo>
                  <a:pt x="37019" y="17622"/>
                </a:lnTo>
                <a:lnTo>
                  <a:pt x="41616" y="17622"/>
                </a:lnTo>
                <a:close/>
                <a:moveTo>
                  <a:pt x="41616" y="17380"/>
                </a:moveTo>
                <a:lnTo>
                  <a:pt x="37019" y="17380"/>
                </a:lnTo>
                <a:lnTo>
                  <a:pt x="37019" y="12783"/>
                </a:lnTo>
                <a:lnTo>
                  <a:pt x="41616" y="12783"/>
                </a:lnTo>
                <a:close/>
                <a:moveTo>
                  <a:pt x="41616" y="12541"/>
                </a:moveTo>
                <a:lnTo>
                  <a:pt x="37019" y="12541"/>
                </a:lnTo>
                <a:lnTo>
                  <a:pt x="37019" y="7985"/>
                </a:lnTo>
                <a:lnTo>
                  <a:pt x="41616" y="7985"/>
                </a:lnTo>
                <a:close/>
                <a:moveTo>
                  <a:pt x="41616" y="7743"/>
                </a:moveTo>
                <a:lnTo>
                  <a:pt x="37019" y="7743"/>
                </a:lnTo>
                <a:lnTo>
                  <a:pt x="37019" y="3307"/>
                </a:lnTo>
                <a:lnTo>
                  <a:pt x="41616" y="3307"/>
                </a:lnTo>
                <a:lnTo>
                  <a:pt x="41616" y="7904"/>
                </a:lnTo>
                <a:close/>
                <a:moveTo>
                  <a:pt x="46415" y="89564"/>
                </a:moveTo>
                <a:lnTo>
                  <a:pt x="41858" y="89564"/>
                </a:lnTo>
                <a:lnTo>
                  <a:pt x="41858" y="84967"/>
                </a:lnTo>
                <a:lnTo>
                  <a:pt x="46415" y="84967"/>
                </a:lnTo>
                <a:close/>
                <a:moveTo>
                  <a:pt x="46415" y="84725"/>
                </a:moveTo>
                <a:lnTo>
                  <a:pt x="41858" y="84725"/>
                </a:lnTo>
                <a:lnTo>
                  <a:pt x="41858" y="80168"/>
                </a:lnTo>
                <a:lnTo>
                  <a:pt x="46415" y="80168"/>
                </a:lnTo>
                <a:close/>
                <a:moveTo>
                  <a:pt x="46415" y="79926"/>
                </a:moveTo>
                <a:lnTo>
                  <a:pt x="41858" y="79926"/>
                </a:lnTo>
                <a:lnTo>
                  <a:pt x="41858" y="75329"/>
                </a:lnTo>
                <a:lnTo>
                  <a:pt x="46415" y="75329"/>
                </a:lnTo>
                <a:close/>
                <a:moveTo>
                  <a:pt x="46415" y="75087"/>
                </a:moveTo>
                <a:lnTo>
                  <a:pt x="41858" y="75087"/>
                </a:lnTo>
                <a:lnTo>
                  <a:pt x="41858" y="70530"/>
                </a:lnTo>
                <a:lnTo>
                  <a:pt x="46415" y="70530"/>
                </a:lnTo>
                <a:close/>
                <a:moveTo>
                  <a:pt x="46415" y="70288"/>
                </a:moveTo>
                <a:lnTo>
                  <a:pt x="41858" y="70288"/>
                </a:lnTo>
                <a:lnTo>
                  <a:pt x="41858" y="65731"/>
                </a:lnTo>
                <a:lnTo>
                  <a:pt x="46415" y="65731"/>
                </a:lnTo>
                <a:close/>
                <a:moveTo>
                  <a:pt x="46415" y="65489"/>
                </a:moveTo>
                <a:lnTo>
                  <a:pt x="41858" y="65489"/>
                </a:lnTo>
                <a:lnTo>
                  <a:pt x="41858" y="60892"/>
                </a:lnTo>
                <a:lnTo>
                  <a:pt x="46415" y="60892"/>
                </a:lnTo>
                <a:close/>
                <a:moveTo>
                  <a:pt x="46415" y="60650"/>
                </a:moveTo>
                <a:lnTo>
                  <a:pt x="41858" y="60650"/>
                </a:lnTo>
                <a:lnTo>
                  <a:pt x="41858" y="56093"/>
                </a:lnTo>
                <a:lnTo>
                  <a:pt x="46415" y="56093"/>
                </a:lnTo>
                <a:close/>
                <a:moveTo>
                  <a:pt x="46415" y="55851"/>
                </a:moveTo>
                <a:lnTo>
                  <a:pt x="41858" y="55851"/>
                </a:lnTo>
                <a:lnTo>
                  <a:pt x="41858" y="51295"/>
                </a:lnTo>
                <a:lnTo>
                  <a:pt x="46415" y="51295"/>
                </a:lnTo>
                <a:close/>
                <a:moveTo>
                  <a:pt x="46415" y="51053"/>
                </a:moveTo>
                <a:lnTo>
                  <a:pt x="41858" y="51053"/>
                </a:lnTo>
                <a:lnTo>
                  <a:pt x="41858" y="46456"/>
                </a:lnTo>
                <a:lnTo>
                  <a:pt x="46415" y="46456"/>
                </a:lnTo>
                <a:close/>
                <a:moveTo>
                  <a:pt x="46415" y="46214"/>
                </a:moveTo>
                <a:lnTo>
                  <a:pt x="41858" y="46214"/>
                </a:lnTo>
                <a:lnTo>
                  <a:pt x="41858" y="41657"/>
                </a:lnTo>
                <a:lnTo>
                  <a:pt x="46415" y="41657"/>
                </a:lnTo>
                <a:close/>
                <a:moveTo>
                  <a:pt x="46415" y="41415"/>
                </a:moveTo>
                <a:lnTo>
                  <a:pt x="41858" y="41415"/>
                </a:lnTo>
                <a:lnTo>
                  <a:pt x="41858" y="36858"/>
                </a:lnTo>
                <a:lnTo>
                  <a:pt x="46415" y="36858"/>
                </a:lnTo>
                <a:close/>
                <a:moveTo>
                  <a:pt x="46415" y="36616"/>
                </a:moveTo>
                <a:lnTo>
                  <a:pt x="41858" y="36616"/>
                </a:lnTo>
                <a:lnTo>
                  <a:pt x="41858" y="32019"/>
                </a:lnTo>
                <a:lnTo>
                  <a:pt x="46415" y="32019"/>
                </a:lnTo>
                <a:close/>
                <a:moveTo>
                  <a:pt x="46415" y="31777"/>
                </a:moveTo>
                <a:lnTo>
                  <a:pt x="41858" y="31777"/>
                </a:lnTo>
                <a:lnTo>
                  <a:pt x="41858" y="27220"/>
                </a:lnTo>
                <a:lnTo>
                  <a:pt x="46415" y="27220"/>
                </a:lnTo>
                <a:close/>
                <a:moveTo>
                  <a:pt x="46415" y="26978"/>
                </a:moveTo>
                <a:lnTo>
                  <a:pt x="41858" y="26978"/>
                </a:lnTo>
                <a:lnTo>
                  <a:pt x="41858" y="22381"/>
                </a:lnTo>
                <a:lnTo>
                  <a:pt x="46415" y="22381"/>
                </a:lnTo>
                <a:close/>
                <a:moveTo>
                  <a:pt x="46415" y="22139"/>
                </a:moveTo>
                <a:lnTo>
                  <a:pt x="41858" y="22139"/>
                </a:lnTo>
                <a:lnTo>
                  <a:pt x="41858" y="17582"/>
                </a:lnTo>
                <a:lnTo>
                  <a:pt x="46415" y="17582"/>
                </a:lnTo>
                <a:close/>
                <a:moveTo>
                  <a:pt x="46415" y="17340"/>
                </a:moveTo>
                <a:lnTo>
                  <a:pt x="41858" y="17340"/>
                </a:lnTo>
                <a:lnTo>
                  <a:pt x="41858" y="12783"/>
                </a:lnTo>
                <a:lnTo>
                  <a:pt x="46415" y="12783"/>
                </a:lnTo>
                <a:close/>
                <a:moveTo>
                  <a:pt x="46415" y="12541"/>
                </a:moveTo>
                <a:lnTo>
                  <a:pt x="41858" y="12541"/>
                </a:lnTo>
                <a:lnTo>
                  <a:pt x="41858" y="7944"/>
                </a:lnTo>
                <a:lnTo>
                  <a:pt x="46415" y="7944"/>
                </a:lnTo>
                <a:close/>
                <a:moveTo>
                  <a:pt x="46415" y="7702"/>
                </a:moveTo>
                <a:lnTo>
                  <a:pt x="41858" y="7702"/>
                </a:lnTo>
                <a:lnTo>
                  <a:pt x="41858" y="3307"/>
                </a:lnTo>
                <a:lnTo>
                  <a:pt x="46415" y="3307"/>
                </a:lnTo>
                <a:lnTo>
                  <a:pt x="46415" y="7904"/>
                </a:lnTo>
                <a:close/>
                <a:moveTo>
                  <a:pt x="51214" y="89524"/>
                </a:moveTo>
                <a:lnTo>
                  <a:pt x="46657" y="89524"/>
                </a:lnTo>
                <a:lnTo>
                  <a:pt x="46657" y="84967"/>
                </a:lnTo>
                <a:lnTo>
                  <a:pt x="51214" y="84967"/>
                </a:lnTo>
                <a:close/>
                <a:moveTo>
                  <a:pt x="51214" y="84685"/>
                </a:moveTo>
                <a:lnTo>
                  <a:pt x="46657" y="84685"/>
                </a:lnTo>
                <a:lnTo>
                  <a:pt x="46657" y="80128"/>
                </a:lnTo>
                <a:lnTo>
                  <a:pt x="51214" y="80128"/>
                </a:lnTo>
                <a:close/>
                <a:moveTo>
                  <a:pt x="51214" y="79886"/>
                </a:moveTo>
                <a:lnTo>
                  <a:pt x="46657" y="79886"/>
                </a:lnTo>
                <a:lnTo>
                  <a:pt x="46657" y="75329"/>
                </a:lnTo>
                <a:lnTo>
                  <a:pt x="51214" y="75329"/>
                </a:lnTo>
                <a:close/>
                <a:moveTo>
                  <a:pt x="51214" y="75087"/>
                </a:moveTo>
                <a:lnTo>
                  <a:pt x="46657" y="75087"/>
                </a:lnTo>
                <a:lnTo>
                  <a:pt x="46657" y="70490"/>
                </a:lnTo>
                <a:lnTo>
                  <a:pt x="51214" y="70490"/>
                </a:lnTo>
                <a:close/>
                <a:moveTo>
                  <a:pt x="51214" y="70248"/>
                </a:moveTo>
                <a:lnTo>
                  <a:pt x="46657" y="70248"/>
                </a:lnTo>
                <a:lnTo>
                  <a:pt x="46657" y="65691"/>
                </a:lnTo>
                <a:lnTo>
                  <a:pt x="51214" y="65691"/>
                </a:lnTo>
                <a:close/>
                <a:moveTo>
                  <a:pt x="51214" y="65449"/>
                </a:moveTo>
                <a:lnTo>
                  <a:pt x="46657" y="65449"/>
                </a:lnTo>
                <a:lnTo>
                  <a:pt x="46657" y="60892"/>
                </a:lnTo>
                <a:lnTo>
                  <a:pt x="51214" y="60892"/>
                </a:lnTo>
                <a:close/>
                <a:moveTo>
                  <a:pt x="51214" y="60650"/>
                </a:moveTo>
                <a:lnTo>
                  <a:pt x="46657" y="60650"/>
                </a:lnTo>
                <a:lnTo>
                  <a:pt x="46657" y="56053"/>
                </a:lnTo>
                <a:lnTo>
                  <a:pt x="51214" y="56053"/>
                </a:lnTo>
                <a:close/>
                <a:moveTo>
                  <a:pt x="51214" y="55811"/>
                </a:moveTo>
                <a:lnTo>
                  <a:pt x="46657" y="55811"/>
                </a:lnTo>
                <a:lnTo>
                  <a:pt x="46657" y="51254"/>
                </a:lnTo>
                <a:lnTo>
                  <a:pt x="51214" y="51254"/>
                </a:lnTo>
                <a:close/>
                <a:moveTo>
                  <a:pt x="51214" y="51012"/>
                </a:moveTo>
                <a:lnTo>
                  <a:pt x="46657" y="51012"/>
                </a:lnTo>
                <a:lnTo>
                  <a:pt x="46657" y="46456"/>
                </a:lnTo>
                <a:lnTo>
                  <a:pt x="51214" y="46456"/>
                </a:lnTo>
                <a:close/>
                <a:moveTo>
                  <a:pt x="51214" y="46214"/>
                </a:moveTo>
                <a:lnTo>
                  <a:pt x="46657" y="46214"/>
                </a:lnTo>
                <a:lnTo>
                  <a:pt x="46657" y="41616"/>
                </a:lnTo>
                <a:lnTo>
                  <a:pt x="51214" y="41616"/>
                </a:lnTo>
                <a:close/>
                <a:moveTo>
                  <a:pt x="51214" y="41374"/>
                </a:moveTo>
                <a:lnTo>
                  <a:pt x="46657" y="41374"/>
                </a:lnTo>
                <a:lnTo>
                  <a:pt x="46657" y="36818"/>
                </a:lnTo>
                <a:lnTo>
                  <a:pt x="51214" y="36818"/>
                </a:lnTo>
                <a:close/>
                <a:moveTo>
                  <a:pt x="51214" y="36576"/>
                </a:moveTo>
                <a:lnTo>
                  <a:pt x="46657" y="36576"/>
                </a:lnTo>
                <a:lnTo>
                  <a:pt x="46657" y="32019"/>
                </a:lnTo>
                <a:lnTo>
                  <a:pt x="51214" y="32019"/>
                </a:lnTo>
                <a:close/>
                <a:moveTo>
                  <a:pt x="51214" y="31777"/>
                </a:moveTo>
                <a:lnTo>
                  <a:pt x="46657" y="31777"/>
                </a:lnTo>
                <a:lnTo>
                  <a:pt x="46657" y="27180"/>
                </a:lnTo>
                <a:lnTo>
                  <a:pt x="51214" y="27180"/>
                </a:lnTo>
                <a:close/>
                <a:moveTo>
                  <a:pt x="51214" y="26938"/>
                </a:moveTo>
                <a:lnTo>
                  <a:pt x="46657" y="26938"/>
                </a:lnTo>
                <a:lnTo>
                  <a:pt x="46657" y="22381"/>
                </a:lnTo>
                <a:lnTo>
                  <a:pt x="51214" y="22381"/>
                </a:lnTo>
                <a:close/>
                <a:moveTo>
                  <a:pt x="51214" y="22139"/>
                </a:moveTo>
                <a:lnTo>
                  <a:pt x="46657" y="22139"/>
                </a:lnTo>
                <a:lnTo>
                  <a:pt x="46657" y="17582"/>
                </a:lnTo>
                <a:lnTo>
                  <a:pt x="51214" y="17582"/>
                </a:lnTo>
                <a:close/>
                <a:moveTo>
                  <a:pt x="51214" y="17340"/>
                </a:moveTo>
                <a:lnTo>
                  <a:pt x="46657" y="17340"/>
                </a:lnTo>
                <a:lnTo>
                  <a:pt x="46657" y="12743"/>
                </a:lnTo>
                <a:lnTo>
                  <a:pt x="51214" y="12743"/>
                </a:lnTo>
                <a:close/>
                <a:moveTo>
                  <a:pt x="51214" y="12501"/>
                </a:moveTo>
                <a:lnTo>
                  <a:pt x="46657" y="12501"/>
                </a:lnTo>
                <a:lnTo>
                  <a:pt x="46657" y="7944"/>
                </a:lnTo>
                <a:lnTo>
                  <a:pt x="51214" y="7944"/>
                </a:lnTo>
                <a:close/>
                <a:moveTo>
                  <a:pt x="51214" y="7702"/>
                </a:moveTo>
                <a:lnTo>
                  <a:pt x="46657" y="7702"/>
                </a:lnTo>
                <a:lnTo>
                  <a:pt x="46657" y="3307"/>
                </a:lnTo>
                <a:lnTo>
                  <a:pt x="51214" y="3307"/>
                </a:lnTo>
                <a:lnTo>
                  <a:pt x="51214" y="7904"/>
                </a:lnTo>
                <a:close/>
                <a:moveTo>
                  <a:pt x="56053" y="89483"/>
                </a:moveTo>
                <a:lnTo>
                  <a:pt x="51456" y="89483"/>
                </a:lnTo>
                <a:lnTo>
                  <a:pt x="51456" y="84927"/>
                </a:lnTo>
                <a:lnTo>
                  <a:pt x="56053" y="84927"/>
                </a:lnTo>
                <a:close/>
                <a:moveTo>
                  <a:pt x="56053" y="84685"/>
                </a:moveTo>
                <a:lnTo>
                  <a:pt x="51456" y="84685"/>
                </a:lnTo>
                <a:lnTo>
                  <a:pt x="51456" y="80087"/>
                </a:lnTo>
                <a:lnTo>
                  <a:pt x="56053" y="80087"/>
                </a:lnTo>
                <a:close/>
                <a:moveTo>
                  <a:pt x="56053" y="79845"/>
                </a:moveTo>
                <a:lnTo>
                  <a:pt x="51456" y="79845"/>
                </a:lnTo>
                <a:lnTo>
                  <a:pt x="51456" y="75289"/>
                </a:lnTo>
                <a:lnTo>
                  <a:pt x="56053" y="75289"/>
                </a:lnTo>
                <a:close/>
                <a:moveTo>
                  <a:pt x="56053" y="75047"/>
                </a:moveTo>
                <a:lnTo>
                  <a:pt x="51456" y="75047"/>
                </a:lnTo>
                <a:lnTo>
                  <a:pt x="51456" y="70490"/>
                </a:lnTo>
                <a:lnTo>
                  <a:pt x="56053" y="70490"/>
                </a:lnTo>
                <a:close/>
                <a:moveTo>
                  <a:pt x="56053" y="70248"/>
                </a:moveTo>
                <a:lnTo>
                  <a:pt x="51456" y="70248"/>
                </a:lnTo>
                <a:lnTo>
                  <a:pt x="51456" y="65651"/>
                </a:lnTo>
                <a:lnTo>
                  <a:pt x="56053" y="65651"/>
                </a:lnTo>
                <a:close/>
                <a:moveTo>
                  <a:pt x="56053" y="65409"/>
                </a:moveTo>
                <a:lnTo>
                  <a:pt x="51456" y="65409"/>
                </a:lnTo>
                <a:lnTo>
                  <a:pt x="51456" y="60852"/>
                </a:lnTo>
                <a:lnTo>
                  <a:pt x="56053" y="60852"/>
                </a:lnTo>
                <a:close/>
                <a:moveTo>
                  <a:pt x="56053" y="60610"/>
                </a:moveTo>
                <a:lnTo>
                  <a:pt x="51456" y="60610"/>
                </a:lnTo>
                <a:lnTo>
                  <a:pt x="51456" y="56053"/>
                </a:lnTo>
                <a:lnTo>
                  <a:pt x="56053" y="56053"/>
                </a:lnTo>
                <a:close/>
                <a:moveTo>
                  <a:pt x="56053" y="55811"/>
                </a:moveTo>
                <a:lnTo>
                  <a:pt x="51456" y="55811"/>
                </a:lnTo>
                <a:lnTo>
                  <a:pt x="51456" y="51214"/>
                </a:lnTo>
                <a:lnTo>
                  <a:pt x="56053" y="51214"/>
                </a:lnTo>
                <a:close/>
                <a:moveTo>
                  <a:pt x="56053" y="50972"/>
                </a:moveTo>
                <a:lnTo>
                  <a:pt x="51456" y="50972"/>
                </a:lnTo>
                <a:lnTo>
                  <a:pt x="51456" y="46415"/>
                </a:lnTo>
                <a:lnTo>
                  <a:pt x="56053" y="46415"/>
                </a:lnTo>
                <a:close/>
                <a:moveTo>
                  <a:pt x="56053" y="46173"/>
                </a:moveTo>
                <a:lnTo>
                  <a:pt x="51456" y="46173"/>
                </a:lnTo>
                <a:lnTo>
                  <a:pt x="51456" y="41616"/>
                </a:lnTo>
                <a:lnTo>
                  <a:pt x="56053" y="41616"/>
                </a:lnTo>
                <a:close/>
                <a:moveTo>
                  <a:pt x="56053" y="41374"/>
                </a:moveTo>
                <a:lnTo>
                  <a:pt x="51456" y="41374"/>
                </a:lnTo>
                <a:lnTo>
                  <a:pt x="51456" y="36777"/>
                </a:lnTo>
                <a:lnTo>
                  <a:pt x="56053" y="36777"/>
                </a:lnTo>
                <a:close/>
                <a:moveTo>
                  <a:pt x="56053" y="36535"/>
                </a:moveTo>
                <a:lnTo>
                  <a:pt x="51456" y="36535"/>
                </a:lnTo>
                <a:lnTo>
                  <a:pt x="51456" y="31978"/>
                </a:lnTo>
                <a:lnTo>
                  <a:pt x="56053" y="31978"/>
                </a:lnTo>
                <a:close/>
                <a:moveTo>
                  <a:pt x="56053" y="31737"/>
                </a:moveTo>
                <a:lnTo>
                  <a:pt x="51456" y="31737"/>
                </a:lnTo>
                <a:lnTo>
                  <a:pt x="51456" y="27180"/>
                </a:lnTo>
                <a:lnTo>
                  <a:pt x="56053" y="27180"/>
                </a:lnTo>
                <a:close/>
                <a:moveTo>
                  <a:pt x="56053" y="26938"/>
                </a:moveTo>
                <a:lnTo>
                  <a:pt x="51456" y="26938"/>
                </a:lnTo>
                <a:lnTo>
                  <a:pt x="51456" y="22341"/>
                </a:lnTo>
                <a:lnTo>
                  <a:pt x="56053" y="22341"/>
                </a:lnTo>
                <a:close/>
                <a:moveTo>
                  <a:pt x="56053" y="22099"/>
                </a:moveTo>
                <a:lnTo>
                  <a:pt x="51456" y="22099"/>
                </a:lnTo>
                <a:lnTo>
                  <a:pt x="51456" y="17542"/>
                </a:lnTo>
                <a:lnTo>
                  <a:pt x="56053" y="17542"/>
                </a:lnTo>
                <a:close/>
                <a:moveTo>
                  <a:pt x="56053" y="17300"/>
                </a:moveTo>
                <a:lnTo>
                  <a:pt x="51456" y="17300"/>
                </a:lnTo>
                <a:lnTo>
                  <a:pt x="51456" y="12743"/>
                </a:lnTo>
                <a:lnTo>
                  <a:pt x="56053" y="12743"/>
                </a:lnTo>
                <a:close/>
                <a:moveTo>
                  <a:pt x="56053" y="12501"/>
                </a:moveTo>
                <a:lnTo>
                  <a:pt x="51456" y="12501"/>
                </a:lnTo>
                <a:lnTo>
                  <a:pt x="51456" y="7904"/>
                </a:lnTo>
                <a:lnTo>
                  <a:pt x="56053" y="7904"/>
                </a:lnTo>
                <a:close/>
                <a:moveTo>
                  <a:pt x="56053" y="7662"/>
                </a:moveTo>
                <a:lnTo>
                  <a:pt x="51456" y="7662"/>
                </a:lnTo>
                <a:lnTo>
                  <a:pt x="51456" y="3307"/>
                </a:lnTo>
                <a:lnTo>
                  <a:pt x="56053" y="3307"/>
                </a:lnTo>
                <a:lnTo>
                  <a:pt x="56053" y="7904"/>
                </a:lnTo>
                <a:close/>
                <a:moveTo>
                  <a:pt x="60852" y="89483"/>
                </a:moveTo>
                <a:lnTo>
                  <a:pt x="56295" y="89483"/>
                </a:lnTo>
                <a:lnTo>
                  <a:pt x="56295" y="84886"/>
                </a:lnTo>
                <a:lnTo>
                  <a:pt x="60852" y="84886"/>
                </a:lnTo>
                <a:close/>
                <a:moveTo>
                  <a:pt x="60852" y="84644"/>
                </a:moveTo>
                <a:lnTo>
                  <a:pt x="56295" y="84644"/>
                </a:lnTo>
                <a:lnTo>
                  <a:pt x="56295" y="80087"/>
                </a:lnTo>
                <a:lnTo>
                  <a:pt x="60852" y="80087"/>
                </a:lnTo>
                <a:close/>
                <a:moveTo>
                  <a:pt x="60852" y="79845"/>
                </a:moveTo>
                <a:lnTo>
                  <a:pt x="56295" y="79845"/>
                </a:lnTo>
                <a:lnTo>
                  <a:pt x="56295" y="75248"/>
                </a:lnTo>
                <a:lnTo>
                  <a:pt x="60852" y="75248"/>
                </a:lnTo>
                <a:close/>
                <a:moveTo>
                  <a:pt x="60852" y="75006"/>
                </a:moveTo>
                <a:lnTo>
                  <a:pt x="56295" y="75006"/>
                </a:lnTo>
                <a:lnTo>
                  <a:pt x="56295" y="70449"/>
                </a:lnTo>
                <a:lnTo>
                  <a:pt x="60852" y="70449"/>
                </a:lnTo>
                <a:close/>
                <a:moveTo>
                  <a:pt x="60852" y="70208"/>
                </a:moveTo>
                <a:lnTo>
                  <a:pt x="56295" y="70208"/>
                </a:lnTo>
                <a:lnTo>
                  <a:pt x="56295" y="65651"/>
                </a:lnTo>
                <a:lnTo>
                  <a:pt x="60852" y="65651"/>
                </a:lnTo>
                <a:close/>
                <a:moveTo>
                  <a:pt x="60852" y="65409"/>
                </a:moveTo>
                <a:lnTo>
                  <a:pt x="56295" y="65409"/>
                </a:lnTo>
                <a:lnTo>
                  <a:pt x="56295" y="60812"/>
                </a:lnTo>
                <a:lnTo>
                  <a:pt x="60852" y="60812"/>
                </a:lnTo>
                <a:close/>
                <a:moveTo>
                  <a:pt x="60852" y="60570"/>
                </a:moveTo>
                <a:lnTo>
                  <a:pt x="56295" y="60570"/>
                </a:lnTo>
                <a:lnTo>
                  <a:pt x="56295" y="56013"/>
                </a:lnTo>
                <a:lnTo>
                  <a:pt x="60852" y="56013"/>
                </a:lnTo>
                <a:close/>
                <a:moveTo>
                  <a:pt x="60852" y="55771"/>
                </a:moveTo>
                <a:lnTo>
                  <a:pt x="56295" y="55771"/>
                </a:lnTo>
                <a:lnTo>
                  <a:pt x="56295" y="51214"/>
                </a:lnTo>
                <a:lnTo>
                  <a:pt x="60852" y="51214"/>
                </a:lnTo>
                <a:close/>
                <a:moveTo>
                  <a:pt x="60852" y="50972"/>
                </a:moveTo>
                <a:lnTo>
                  <a:pt x="56295" y="50972"/>
                </a:lnTo>
                <a:lnTo>
                  <a:pt x="56295" y="46375"/>
                </a:lnTo>
                <a:lnTo>
                  <a:pt x="60852" y="46375"/>
                </a:lnTo>
                <a:close/>
                <a:moveTo>
                  <a:pt x="60852" y="46133"/>
                </a:moveTo>
                <a:lnTo>
                  <a:pt x="56295" y="46133"/>
                </a:lnTo>
                <a:lnTo>
                  <a:pt x="56295" y="41576"/>
                </a:lnTo>
                <a:lnTo>
                  <a:pt x="60852" y="41576"/>
                </a:lnTo>
                <a:close/>
                <a:moveTo>
                  <a:pt x="60852" y="41334"/>
                </a:moveTo>
                <a:lnTo>
                  <a:pt x="56295" y="41334"/>
                </a:lnTo>
                <a:lnTo>
                  <a:pt x="56295" y="36777"/>
                </a:lnTo>
                <a:lnTo>
                  <a:pt x="60852" y="36777"/>
                </a:lnTo>
                <a:close/>
                <a:moveTo>
                  <a:pt x="60852" y="36535"/>
                </a:moveTo>
                <a:lnTo>
                  <a:pt x="56295" y="36535"/>
                </a:lnTo>
                <a:lnTo>
                  <a:pt x="56295" y="31938"/>
                </a:lnTo>
                <a:lnTo>
                  <a:pt x="60852" y="31938"/>
                </a:lnTo>
                <a:close/>
                <a:moveTo>
                  <a:pt x="60852" y="31696"/>
                </a:moveTo>
                <a:lnTo>
                  <a:pt x="56295" y="31696"/>
                </a:lnTo>
                <a:lnTo>
                  <a:pt x="56295" y="27139"/>
                </a:lnTo>
                <a:lnTo>
                  <a:pt x="60852" y="27139"/>
                </a:lnTo>
                <a:close/>
                <a:moveTo>
                  <a:pt x="60852" y="26897"/>
                </a:moveTo>
                <a:lnTo>
                  <a:pt x="56295" y="26897"/>
                </a:lnTo>
                <a:lnTo>
                  <a:pt x="56295" y="22341"/>
                </a:lnTo>
                <a:lnTo>
                  <a:pt x="60852" y="22341"/>
                </a:lnTo>
                <a:close/>
                <a:moveTo>
                  <a:pt x="60852" y="22099"/>
                </a:moveTo>
                <a:lnTo>
                  <a:pt x="56295" y="22099"/>
                </a:lnTo>
                <a:lnTo>
                  <a:pt x="56295" y="17501"/>
                </a:lnTo>
                <a:lnTo>
                  <a:pt x="60852" y="17501"/>
                </a:lnTo>
                <a:close/>
                <a:moveTo>
                  <a:pt x="60852" y="17260"/>
                </a:moveTo>
                <a:lnTo>
                  <a:pt x="56295" y="17260"/>
                </a:lnTo>
                <a:lnTo>
                  <a:pt x="56295" y="12703"/>
                </a:lnTo>
                <a:lnTo>
                  <a:pt x="60852" y="12703"/>
                </a:lnTo>
                <a:close/>
                <a:moveTo>
                  <a:pt x="60852" y="12461"/>
                </a:moveTo>
                <a:lnTo>
                  <a:pt x="56295" y="12461"/>
                </a:lnTo>
                <a:lnTo>
                  <a:pt x="56295" y="7904"/>
                </a:lnTo>
                <a:lnTo>
                  <a:pt x="60852" y="7904"/>
                </a:lnTo>
                <a:close/>
                <a:moveTo>
                  <a:pt x="60852" y="7662"/>
                </a:moveTo>
                <a:lnTo>
                  <a:pt x="56295" y="7662"/>
                </a:lnTo>
                <a:lnTo>
                  <a:pt x="56295" y="3307"/>
                </a:lnTo>
                <a:lnTo>
                  <a:pt x="60852" y="3307"/>
                </a:lnTo>
                <a:lnTo>
                  <a:pt x="60852" y="7904"/>
                </a:lnTo>
                <a:close/>
                <a:moveTo>
                  <a:pt x="65651" y="84644"/>
                </a:moveTo>
                <a:lnTo>
                  <a:pt x="61094" y="84644"/>
                </a:lnTo>
                <a:lnTo>
                  <a:pt x="61094" y="80047"/>
                </a:lnTo>
                <a:lnTo>
                  <a:pt x="65651" y="80047"/>
                </a:lnTo>
                <a:close/>
                <a:moveTo>
                  <a:pt x="65651" y="79805"/>
                </a:moveTo>
                <a:lnTo>
                  <a:pt x="61094" y="79805"/>
                </a:lnTo>
                <a:lnTo>
                  <a:pt x="61094" y="75248"/>
                </a:lnTo>
                <a:lnTo>
                  <a:pt x="65651" y="75248"/>
                </a:lnTo>
                <a:close/>
                <a:moveTo>
                  <a:pt x="65651" y="75006"/>
                </a:moveTo>
                <a:lnTo>
                  <a:pt x="61094" y="75006"/>
                </a:lnTo>
                <a:lnTo>
                  <a:pt x="61094" y="70449"/>
                </a:lnTo>
                <a:lnTo>
                  <a:pt x="65651" y="70449"/>
                </a:lnTo>
                <a:close/>
                <a:moveTo>
                  <a:pt x="65651" y="70208"/>
                </a:moveTo>
                <a:lnTo>
                  <a:pt x="61094" y="70208"/>
                </a:lnTo>
                <a:lnTo>
                  <a:pt x="61094" y="65610"/>
                </a:lnTo>
                <a:lnTo>
                  <a:pt x="65651" y="65610"/>
                </a:lnTo>
                <a:close/>
                <a:moveTo>
                  <a:pt x="65651" y="65368"/>
                </a:moveTo>
                <a:lnTo>
                  <a:pt x="61094" y="65368"/>
                </a:lnTo>
                <a:lnTo>
                  <a:pt x="61094" y="60812"/>
                </a:lnTo>
                <a:lnTo>
                  <a:pt x="65651" y="60812"/>
                </a:lnTo>
                <a:close/>
                <a:moveTo>
                  <a:pt x="65651" y="60570"/>
                </a:moveTo>
                <a:lnTo>
                  <a:pt x="61094" y="60570"/>
                </a:lnTo>
                <a:lnTo>
                  <a:pt x="61094" y="56013"/>
                </a:lnTo>
                <a:lnTo>
                  <a:pt x="65651" y="56013"/>
                </a:lnTo>
                <a:close/>
                <a:moveTo>
                  <a:pt x="65651" y="55771"/>
                </a:moveTo>
                <a:lnTo>
                  <a:pt x="61094" y="55771"/>
                </a:lnTo>
                <a:lnTo>
                  <a:pt x="61094" y="51174"/>
                </a:lnTo>
                <a:lnTo>
                  <a:pt x="65651" y="51174"/>
                </a:lnTo>
                <a:close/>
                <a:moveTo>
                  <a:pt x="65651" y="50932"/>
                </a:moveTo>
                <a:lnTo>
                  <a:pt x="61094" y="50932"/>
                </a:lnTo>
                <a:lnTo>
                  <a:pt x="61094" y="46375"/>
                </a:lnTo>
                <a:lnTo>
                  <a:pt x="65651" y="46375"/>
                </a:lnTo>
                <a:close/>
                <a:moveTo>
                  <a:pt x="65651" y="46133"/>
                </a:moveTo>
                <a:lnTo>
                  <a:pt x="61094" y="46133"/>
                </a:lnTo>
                <a:lnTo>
                  <a:pt x="61094" y="41536"/>
                </a:lnTo>
                <a:lnTo>
                  <a:pt x="65651" y="41536"/>
                </a:lnTo>
                <a:close/>
                <a:moveTo>
                  <a:pt x="65651" y="41294"/>
                </a:moveTo>
                <a:lnTo>
                  <a:pt x="61094" y="41294"/>
                </a:lnTo>
                <a:lnTo>
                  <a:pt x="61094" y="36737"/>
                </a:lnTo>
                <a:lnTo>
                  <a:pt x="65651" y="36737"/>
                </a:lnTo>
                <a:close/>
                <a:moveTo>
                  <a:pt x="65651" y="36495"/>
                </a:moveTo>
                <a:lnTo>
                  <a:pt x="61094" y="36495"/>
                </a:lnTo>
                <a:lnTo>
                  <a:pt x="61094" y="31938"/>
                </a:lnTo>
                <a:lnTo>
                  <a:pt x="65651" y="31938"/>
                </a:lnTo>
                <a:close/>
                <a:moveTo>
                  <a:pt x="65651" y="31696"/>
                </a:moveTo>
                <a:lnTo>
                  <a:pt x="61094" y="31696"/>
                </a:lnTo>
                <a:lnTo>
                  <a:pt x="61094" y="27099"/>
                </a:lnTo>
                <a:lnTo>
                  <a:pt x="65651" y="27099"/>
                </a:lnTo>
                <a:close/>
                <a:moveTo>
                  <a:pt x="65651" y="26857"/>
                </a:moveTo>
                <a:lnTo>
                  <a:pt x="61094" y="26857"/>
                </a:lnTo>
                <a:lnTo>
                  <a:pt x="61094" y="22300"/>
                </a:lnTo>
                <a:lnTo>
                  <a:pt x="65651" y="22300"/>
                </a:lnTo>
                <a:close/>
                <a:moveTo>
                  <a:pt x="65651" y="22058"/>
                </a:moveTo>
                <a:lnTo>
                  <a:pt x="61094" y="22058"/>
                </a:lnTo>
                <a:lnTo>
                  <a:pt x="61094" y="17501"/>
                </a:lnTo>
                <a:lnTo>
                  <a:pt x="65651" y="17501"/>
                </a:lnTo>
                <a:close/>
                <a:moveTo>
                  <a:pt x="65651" y="17260"/>
                </a:moveTo>
                <a:lnTo>
                  <a:pt x="61094" y="17260"/>
                </a:lnTo>
                <a:lnTo>
                  <a:pt x="61094" y="12662"/>
                </a:lnTo>
                <a:lnTo>
                  <a:pt x="65651" y="12662"/>
                </a:lnTo>
                <a:close/>
                <a:moveTo>
                  <a:pt x="65651" y="12420"/>
                </a:moveTo>
                <a:lnTo>
                  <a:pt x="61094" y="12420"/>
                </a:lnTo>
                <a:lnTo>
                  <a:pt x="61094" y="7864"/>
                </a:lnTo>
                <a:lnTo>
                  <a:pt x="65651" y="7864"/>
                </a:lnTo>
                <a:close/>
                <a:moveTo>
                  <a:pt x="70490" y="84604"/>
                </a:moveTo>
                <a:lnTo>
                  <a:pt x="65893" y="84604"/>
                </a:lnTo>
                <a:lnTo>
                  <a:pt x="65893" y="80047"/>
                </a:lnTo>
                <a:lnTo>
                  <a:pt x="70490" y="80047"/>
                </a:lnTo>
                <a:close/>
                <a:moveTo>
                  <a:pt x="70490" y="79805"/>
                </a:moveTo>
                <a:lnTo>
                  <a:pt x="65893" y="79805"/>
                </a:lnTo>
                <a:lnTo>
                  <a:pt x="65893" y="75208"/>
                </a:lnTo>
                <a:lnTo>
                  <a:pt x="70490" y="75208"/>
                </a:lnTo>
                <a:close/>
                <a:moveTo>
                  <a:pt x="70490" y="74966"/>
                </a:moveTo>
                <a:lnTo>
                  <a:pt x="65893" y="74966"/>
                </a:lnTo>
                <a:lnTo>
                  <a:pt x="65893" y="70409"/>
                </a:lnTo>
                <a:lnTo>
                  <a:pt x="70490" y="70409"/>
                </a:lnTo>
                <a:close/>
                <a:moveTo>
                  <a:pt x="70490" y="70167"/>
                </a:moveTo>
                <a:lnTo>
                  <a:pt x="65893" y="70167"/>
                </a:lnTo>
                <a:lnTo>
                  <a:pt x="65893" y="65610"/>
                </a:lnTo>
                <a:lnTo>
                  <a:pt x="70490" y="65610"/>
                </a:lnTo>
                <a:close/>
                <a:moveTo>
                  <a:pt x="70490" y="65368"/>
                </a:moveTo>
                <a:lnTo>
                  <a:pt x="65893" y="65368"/>
                </a:lnTo>
                <a:lnTo>
                  <a:pt x="65893" y="60771"/>
                </a:lnTo>
                <a:lnTo>
                  <a:pt x="70490" y="60771"/>
                </a:lnTo>
                <a:close/>
                <a:moveTo>
                  <a:pt x="70490" y="60529"/>
                </a:moveTo>
                <a:lnTo>
                  <a:pt x="65893" y="60529"/>
                </a:lnTo>
                <a:lnTo>
                  <a:pt x="65893" y="55972"/>
                </a:lnTo>
                <a:lnTo>
                  <a:pt x="70490" y="55972"/>
                </a:lnTo>
                <a:close/>
                <a:moveTo>
                  <a:pt x="70490" y="55730"/>
                </a:moveTo>
                <a:lnTo>
                  <a:pt x="65893" y="55730"/>
                </a:lnTo>
                <a:lnTo>
                  <a:pt x="65893" y="51174"/>
                </a:lnTo>
                <a:lnTo>
                  <a:pt x="70490" y="51174"/>
                </a:lnTo>
                <a:close/>
                <a:moveTo>
                  <a:pt x="70490" y="50932"/>
                </a:moveTo>
                <a:lnTo>
                  <a:pt x="65893" y="50932"/>
                </a:lnTo>
                <a:lnTo>
                  <a:pt x="65893" y="46335"/>
                </a:lnTo>
                <a:lnTo>
                  <a:pt x="70490" y="46335"/>
                </a:lnTo>
                <a:close/>
                <a:moveTo>
                  <a:pt x="70490" y="46093"/>
                </a:moveTo>
                <a:lnTo>
                  <a:pt x="65893" y="46093"/>
                </a:lnTo>
                <a:lnTo>
                  <a:pt x="65893" y="41536"/>
                </a:lnTo>
                <a:lnTo>
                  <a:pt x="70490" y="41536"/>
                </a:lnTo>
                <a:close/>
                <a:moveTo>
                  <a:pt x="70490" y="41294"/>
                </a:moveTo>
                <a:lnTo>
                  <a:pt x="65893" y="41294"/>
                </a:lnTo>
                <a:lnTo>
                  <a:pt x="65893" y="36737"/>
                </a:lnTo>
                <a:lnTo>
                  <a:pt x="70490" y="36737"/>
                </a:lnTo>
                <a:close/>
                <a:moveTo>
                  <a:pt x="70490" y="36495"/>
                </a:moveTo>
                <a:lnTo>
                  <a:pt x="65893" y="36495"/>
                </a:lnTo>
                <a:lnTo>
                  <a:pt x="65893" y="31898"/>
                </a:lnTo>
                <a:lnTo>
                  <a:pt x="70490" y="31898"/>
                </a:lnTo>
                <a:close/>
                <a:moveTo>
                  <a:pt x="70490" y="31656"/>
                </a:moveTo>
                <a:lnTo>
                  <a:pt x="65893" y="31656"/>
                </a:lnTo>
                <a:lnTo>
                  <a:pt x="65893" y="27099"/>
                </a:lnTo>
                <a:lnTo>
                  <a:pt x="70490" y="27099"/>
                </a:lnTo>
                <a:close/>
                <a:moveTo>
                  <a:pt x="70490" y="26857"/>
                </a:moveTo>
                <a:lnTo>
                  <a:pt x="65893" y="26857"/>
                </a:lnTo>
                <a:lnTo>
                  <a:pt x="65893" y="22260"/>
                </a:lnTo>
                <a:lnTo>
                  <a:pt x="70490" y="22260"/>
                </a:lnTo>
                <a:close/>
                <a:moveTo>
                  <a:pt x="70490" y="22018"/>
                </a:moveTo>
                <a:lnTo>
                  <a:pt x="65893" y="22018"/>
                </a:lnTo>
                <a:lnTo>
                  <a:pt x="65893" y="17461"/>
                </a:lnTo>
                <a:lnTo>
                  <a:pt x="70490" y="17461"/>
                </a:lnTo>
                <a:close/>
                <a:moveTo>
                  <a:pt x="70490" y="17219"/>
                </a:moveTo>
                <a:lnTo>
                  <a:pt x="65893" y="17219"/>
                </a:lnTo>
                <a:lnTo>
                  <a:pt x="65893" y="12662"/>
                </a:lnTo>
                <a:lnTo>
                  <a:pt x="70490" y="12662"/>
                </a:lnTo>
                <a:close/>
                <a:moveTo>
                  <a:pt x="70490" y="12420"/>
                </a:moveTo>
                <a:lnTo>
                  <a:pt x="65893" y="12420"/>
                </a:lnTo>
                <a:lnTo>
                  <a:pt x="65893" y="7823"/>
                </a:lnTo>
                <a:lnTo>
                  <a:pt x="70490" y="7823"/>
                </a:lnTo>
                <a:close/>
                <a:moveTo>
                  <a:pt x="75289" y="79765"/>
                </a:moveTo>
                <a:lnTo>
                  <a:pt x="70732" y="79765"/>
                </a:lnTo>
                <a:lnTo>
                  <a:pt x="70732" y="75208"/>
                </a:lnTo>
                <a:lnTo>
                  <a:pt x="75289" y="75208"/>
                </a:lnTo>
                <a:close/>
                <a:moveTo>
                  <a:pt x="75289" y="74966"/>
                </a:moveTo>
                <a:lnTo>
                  <a:pt x="70732" y="74966"/>
                </a:lnTo>
                <a:lnTo>
                  <a:pt x="70732" y="70409"/>
                </a:lnTo>
                <a:lnTo>
                  <a:pt x="75289" y="70409"/>
                </a:lnTo>
                <a:close/>
                <a:moveTo>
                  <a:pt x="75289" y="70167"/>
                </a:moveTo>
                <a:lnTo>
                  <a:pt x="70732" y="70167"/>
                </a:lnTo>
                <a:lnTo>
                  <a:pt x="70732" y="65570"/>
                </a:lnTo>
                <a:lnTo>
                  <a:pt x="75289" y="65570"/>
                </a:lnTo>
                <a:close/>
                <a:moveTo>
                  <a:pt x="75289" y="65328"/>
                </a:moveTo>
                <a:lnTo>
                  <a:pt x="70732" y="65328"/>
                </a:lnTo>
                <a:lnTo>
                  <a:pt x="70732" y="60771"/>
                </a:lnTo>
                <a:lnTo>
                  <a:pt x="75289" y="60771"/>
                </a:lnTo>
                <a:close/>
                <a:moveTo>
                  <a:pt x="75289" y="60529"/>
                </a:moveTo>
                <a:lnTo>
                  <a:pt x="70732" y="60529"/>
                </a:lnTo>
                <a:lnTo>
                  <a:pt x="70732" y="55972"/>
                </a:lnTo>
                <a:lnTo>
                  <a:pt x="75289" y="55972"/>
                </a:lnTo>
                <a:close/>
                <a:moveTo>
                  <a:pt x="75289" y="55730"/>
                </a:moveTo>
                <a:lnTo>
                  <a:pt x="70732" y="55730"/>
                </a:lnTo>
                <a:lnTo>
                  <a:pt x="70732" y="51133"/>
                </a:lnTo>
                <a:lnTo>
                  <a:pt x="75289" y="51133"/>
                </a:lnTo>
                <a:close/>
                <a:moveTo>
                  <a:pt x="75289" y="50891"/>
                </a:moveTo>
                <a:lnTo>
                  <a:pt x="70732" y="50891"/>
                </a:lnTo>
                <a:lnTo>
                  <a:pt x="70732" y="46335"/>
                </a:lnTo>
                <a:lnTo>
                  <a:pt x="75289" y="46335"/>
                </a:lnTo>
                <a:close/>
                <a:moveTo>
                  <a:pt x="75289" y="46093"/>
                </a:moveTo>
                <a:lnTo>
                  <a:pt x="70732" y="46093"/>
                </a:lnTo>
                <a:lnTo>
                  <a:pt x="70732" y="41495"/>
                </a:lnTo>
                <a:lnTo>
                  <a:pt x="75289" y="41495"/>
                </a:lnTo>
                <a:close/>
                <a:moveTo>
                  <a:pt x="75289" y="41253"/>
                </a:moveTo>
                <a:lnTo>
                  <a:pt x="70732" y="41253"/>
                </a:lnTo>
                <a:lnTo>
                  <a:pt x="70732" y="36697"/>
                </a:lnTo>
                <a:lnTo>
                  <a:pt x="75289" y="36697"/>
                </a:lnTo>
                <a:close/>
                <a:moveTo>
                  <a:pt x="75289" y="36455"/>
                </a:moveTo>
                <a:lnTo>
                  <a:pt x="70732" y="36455"/>
                </a:lnTo>
                <a:lnTo>
                  <a:pt x="70732" y="31898"/>
                </a:lnTo>
                <a:lnTo>
                  <a:pt x="75289" y="31898"/>
                </a:lnTo>
                <a:close/>
                <a:moveTo>
                  <a:pt x="75289" y="31656"/>
                </a:moveTo>
                <a:lnTo>
                  <a:pt x="70732" y="31656"/>
                </a:lnTo>
                <a:lnTo>
                  <a:pt x="70732" y="27059"/>
                </a:lnTo>
                <a:lnTo>
                  <a:pt x="75289" y="27059"/>
                </a:lnTo>
                <a:close/>
                <a:moveTo>
                  <a:pt x="75289" y="26817"/>
                </a:moveTo>
                <a:lnTo>
                  <a:pt x="70732" y="26817"/>
                </a:lnTo>
                <a:lnTo>
                  <a:pt x="70732" y="22260"/>
                </a:lnTo>
                <a:lnTo>
                  <a:pt x="75289" y="22260"/>
                </a:lnTo>
                <a:close/>
                <a:moveTo>
                  <a:pt x="75289" y="22018"/>
                </a:moveTo>
                <a:lnTo>
                  <a:pt x="70732" y="22018"/>
                </a:lnTo>
                <a:lnTo>
                  <a:pt x="70732" y="17461"/>
                </a:lnTo>
                <a:lnTo>
                  <a:pt x="75289" y="17461"/>
                </a:lnTo>
                <a:close/>
                <a:moveTo>
                  <a:pt x="75289" y="17219"/>
                </a:moveTo>
                <a:lnTo>
                  <a:pt x="70732" y="17219"/>
                </a:lnTo>
                <a:lnTo>
                  <a:pt x="70732" y="12622"/>
                </a:lnTo>
                <a:lnTo>
                  <a:pt x="75289" y="12622"/>
                </a:lnTo>
                <a:close/>
                <a:moveTo>
                  <a:pt x="80087" y="74926"/>
                </a:moveTo>
                <a:lnTo>
                  <a:pt x="75531" y="74926"/>
                </a:lnTo>
                <a:lnTo>
                  <a:pt x="75531" y="70369"/>
                </a:lnTo>
                <a:lnTo>
                  <a:pt x="80087" y="70369"/>
                </a:lnTo>
                <a:close/>
                <a:moveTo>
                  <a:pt x="80087" y="70127"/>
                </a:moveTo>
                <a:lnTo>
                  <a:pt x="75531" y="70127"/>
                </a:lnTo>
                <a:lnTo>
                  <a:pt x="75531" y="65570"/>
                </a:lnTo>
                <a:lnTo>
                  <a:pt x="80087" y="65570"/>
                </a:lnTo>
                <a:close/>
                <a:moveTo>
                  <a:pt x="80087" y="65328"/>
                </a:moveTo>
                <a:lnTo>
                  <a:pt x="75531" y="65328"/>
                </a:lnTo>
                <a:lnTo>
                  <a:pt x="75531" y="60731"/>
                </a:lnTo>
                <a:lnTo>
                  <a:pt x="80087" y="60731"/>
                </a:lnTo>
                <a:close/>
                <a:moveTo>
                  <a:pt x="80087" y="60489"/>
                </a:moveTo>
                <a:lnTo>
                  <a:pt x="75531" y="60489"/>
                </a:lnTo>
                <a:lnTo>
                  <a:pt x="75531" y="55932"/>
                </a:lnTo>
                <a:lnTo>
                  <a:pt x="80087" y="55932"/>
                </a:lnTo>
                <a:close/>
                <a:moveTo>
                  <a:pt x="80087" y="55690"/>
                </a:moveTo>
                <a:lnTo>
                  <a:pt x="75531" y="55690"/>
                </a:lnTo>
                <a:lnTo>
                  <a:pt x="75531" y="51133"/>
                </a:lnTo>
                <a:lnTo>
                  <a:pt x="80087" y="51133"/>
                </a:lnTo>
                <a:close/>
                <a:moveTo>
                  <a:pt x="80087" y="50891"/>
                </a:moveTo>
                <a:lnTo>
                  <a:pt x="75531" y="50891"/>
                </a:lnTo>
                <a:lnTo>
                  <a:pt x="75531" y="46294"/>
                </a:lnTo>
                <a:lnTo>
                  <a:pt x="80087" y="46294"/>
                </a:lnTo>
                <a:close/>
                <a:moveTo>
                  <a:pt x="80087" y="46052"/>
                </a:moveTo>
                <a:lnTo>
                  <a:pt x="75531" y="46052"/>
                </a:lnTo>
                <a:lnTo>
                  <a:pt x="75531" y="41495"/>
                </a:lnTo>
                <a:lnTo>
                  <a:pt x="80087" y="41495"/>
                </a:lnTo>
                <a:close/>
                <a:moveTo>
                  <a:pt x="80087" y="41253"/>
                </a:moveTo>
                <a:lnTo>
                  <a:pt x="75531" y="41253"/>
                </a:lnTo>
                <a:lnTo>
                  <a:pt x="75531" y="36697"/>
                </a:lnTo>
                <a:lnTo>
                  <a:pt x="80087" y="36697"/>
                </a:lnTo>
                <a:close/>
                <a:moveTo>
                  <a:pt x="80087" y="36455"/>
                </a:moveTo>
                <a:lnTo>
                  <a:pt x="75531" y="36455"/>
                </a:lnTo>
                <a:lnTo>
                  <a:pt x="75531" y="31858"/>
                </a:lnTo>
                <a:lnTo>
                  <a:pt x="80087" y="31858"/>
                </a:lnTo>
                <a:close/>
                <a:moveTo>
                  <a:pt x="80087" y="31616"/>
                </a:moveTo>
                <a:lnTo>
                  <a:pt x="75531" y="31616"/>
                </a:lnTo>
                <a:lnTo>
                  <a:pt x="75531" y="27059"/>
                </a:lnTo>
                <a:lnTo>
                  <a:pt x="80087" y="27059"/>
                </a:lnTo>
                <a:close/>
                <a:moveTo>
                  <a:pt x="80087" y="26817"/>
                </a:moveTo>
                <a:lnTo>
                  <a:pt x="75531" y="26817"/>
                </a:lnTo>
                <a:lnTo>
                  <a:pt x="75531" y="22260"/>
                </a:lnTo>
                <a:lnTo>
                  <a:pt x="80087" y="22260"/>
                </a:lnTo>
                <a:close/>
                <a:moveTo>
                  <a:pt x="80087" y="22018"/>
                </a:moveTo>
                <a:lnTo>
                  <a:pt x="75531" y="22018"/>
                </a:lnTo>
                <a:lnTo>
                  <a:pt x="75531" y="17421"/>
                </a:lnTo>
                <a:lnTo>
                  <a:pt x="80087" y="17421"/>
                </a:lnTo>
                <a:close/>
                <a:moveTo>
                  <a:pt x="84886" y="70127"/>
                </a:moveTo>
                <a:lnTo>
                  <a:pt x="80329" y="70127"/>
                </a:lnTo>
                <a:lnTo>
                  <a:pt x="80329" y="65530"/>
                </a:lnTo>
                <a:lnTo>
                  <a:pt x="84886" y="65530"/>
                </a:lnTo>
                <a:close/>
                <a:moveTo>
                  <a:pt x="84886" y="65288"/>
                </a:moveTo>
                <a:lnTo>
                  <a:pt x="80329" y="65288"/>
                </a:lnTo>
                <a:lnTo>
                  <a:pt x="80329" y="60731"/>
                </a:lnTo>
                <a:lnTo>
                  <a:pt x="84886" y="60731"/>
                </a:lnTo>
                <a:close/>
                <a:moveTo>
                  <a:pt x="84886" y="60489"/>
                </a:moveTo>
                <a:lnTo>
                  <a:pt x="80329" y="60489"/>
                </a:lnTo>
                <a:lnTo>
                  <a:pt x="80329" y="55932"/>
                </a:lnTo>
                <a:lnTo>
                  <a:pt x="84886" y="55932"/>
                </a:lnTo>
                <a:close/>
                <a:moveTo>
                  <a:pt x="84886" y="55690"/>
                </a:moveTo>
                <a:lnTo>
                  <a:pt x="80329" y="55690"/>
                </a:lnTo>
                <a:lnTo>
                  <a:pt x="80329" y="51093"/>
                </a:lnTo>
                <a:lnTo>
                  <a:pt x="84886" y="51093"/>
                </a:lnTo>
                <a:close/>
                <a:moveTo>
                  <a:pt x="84886" y="50851"/>
                </a:moveTo>
                <a:lnTo>
                  <a:pt x="80329" y="50851"/>
                </a:lnTo>
                <a:lnTo>
                  <a:pt x="80329" y="46294"/>
                </a:lnTo>
                <a:lnTo>
                  <a:pt x="84886" y="46294"/>
                </a:lnTo>
                <a:close/>
                <a:moveTo>
                  <a:pt x="84886" y="46052"/>
                </a:moveTo>
                <a:lnTo>
                  <a:pt x="80329" y="46052"/>
                </a:lnTo>
                <a:lnTo>
                  <a:pt x="80329" y="41495"/>
                </a:lnTo>
                <a:lnTo>
                  <a:pt x="84886" y="41495"/>
                </a:lnTo>
                <a:close/>
                <a:moveTo>
                  <a:pt x="84886" y="41253"/>
                </a:moveTo>
                <a:lnTo>
                  <a:pt x="80329" y="41253"/>
                </a:lnTo>
                <a:lnTo>
                  <a:pt x="80329" y="36656"/>
                </a:lnTo>
                <a:lnTo>
                  <a:pt x="84886" y="36656"/>
                </a:lnTo>
                <a:close/>
                <a:moveTo>
                  <a:pt x="84886" y="36414"/>
                </a:moveTo>
                <a:lnTo>
                  <a:pt x="80329" y="36414"/>
                </a:lnTo>
                <a:lnTo>
                  <a:pt x="80329" y="31858"/>
                </a:lnTo>
                <a:lnTo>
                  <a:pt x="84886" y="31858"/>
                </a:lnTo>
                <a:close/>
                <a:moveTo>
                  <a:pt x="84886" y="31616"/>
                </a:moveTo>
                <a:lnTo>
                  <a:pt x="80329" y="31616"/>
                </a:lnTo>
                <a:lnTo>
                  <a:pt x="80329" y="27018"/>
                </a:lnTo>
                <a:lnTo>
                  <a:pt x="84886" y="27018"/>
                </a:lnTo>
                <a:close/>
                <a:moveTo>
                  <a:pt x="84886" y="26776"/>
                </a:moveTo>
                <a:lnTo>
                  <a:pt x="80329" y="26776"/>
                </a:lnTo>
                <a:lnTo>
                  <a:pt x="80329" y="22220"/>
                </a:lnTo>
                <a:lnTo>
                  <a:pt x="84886" y="222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07" name="Google Shape;407;p17"/>
          <p:cNvGrpSpPr/>
          <p:nvPr/>
        </p:nvGrpSpPr>
        <p:grpSpPr>
          <a:xfrm>
            <a:off x="-502850" y="-12"/>
            <a:ext cx="9646850" cy="5143513"/>
            <a:chOff x="-502850" y="-12"/>
            <a:chExt cx="9646850" cy="5143513"/>
          </a:xfrm>
        </p:grpSpPr>
        <p:sp>
          <p:nvSpPr>
            <p:cNvPr id="408" name="Google Shape;408;p17"/>
            <p:cNvSpPr/>
            <p:nvPr/>
          </p:nvSpPr>
          <p:spPr>
            <a:xfrm rot="10800000">
              <a:off x="6880500" y="-12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09" name="Google Shape;409;p17"/>
            <p:cNvSpPr/>
            <p:nvPr/>
          </p:nvSpPr>
          <p:spPr>
            <a:xfrm>
              <a:off x="-502850" y="31380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10" name="Google Shape;410;p17"/>
            <p:cNvSpPr/>
            <p:nvPr/>
          </p:nvSpPr>
          <p:spPr>
            <a:xfrm>
              <a:off x="0" y="2817600"/>
              <a:ext cx="593700" cy="23259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11" name="Google Shape;411;p17"/>
            <p:cNvSpPr/>
            <p:nvPr/>
          </p:nvSpPr>
          <p:spPr>
            <a:xfrm>
              <a:off x="0" y="4780475"/>
              <a:ext cx="1882500" cy="3630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412" name="Google Shape;412;p1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5" name="Google Shape;415;p18"/>
          <p:cNvGrpSpPr/>
          <p:nvPr/>
        </p:nvGrpSpPr>
        <p:grpSpPr>
          <a:xfrm>
            <a:off x="0" y="3870800"/>
            <a:ext cx="2263500" cy="1272725"/>
            <a:chOff x="0" y="3870800"/>
            <a:chExt cx="2263500" cy="1272725"/>
          </a:xfrm>
        </p:grpSpPr>
        <p:sp>
          <p:nvSpPr>
            <p:cNvPr id="416" name="Google Shape;416;p18"/>
            <p:cNvSpPr/>
            <p:nvPr/>
          </p:nvSpPr>
          <p:spPr>
            <a:xfrm>
              <a:off x="0" y="3870800"/>
              <a:ext cx="986100" cy="12726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17" name="Google Shape;417;p18"/>
            <p:cNvSpPr/>
            <p:nvPr/>
          </p:nvSpPr>
          <p:spPr>
            <a:xfrm>
              <a:off x="0" y="4829725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418" name="Google Shape;418;p18"/>
          <p:cNvSpPr/>
          <p:nvPr/>
        </p:nvSpPr>
        <p:spPr>
          <a:xfrm rot="-5400000">
            <a:off x="8241950" y="1557350"/>
            <a:ext cx="2325825" cy="2325825"/>
          </a:xfrm>
          <a:custGeom>
            <a:avLst/>
            <a:gdLst/>
            <a:ahLst/>
            <a:cxnLst/>
            <a:rect l="l" t="t" r="r" b="b"/>
            <a:pathLst>
              <a:path w="93033" h="93033" extrusionOk="0">
                <a:moveTo>
                  <a:pt x="89685" y="61054"/>
                </a:moveTo>
                <a:lnTo>
                  <a:pt x="89685" y="63796"/>
                </a:lnTo>
                <a:lnTo>
                  <a:pt x="89927" y="63150"/>
                </a:lnTo>
                <a:lnTo>
                  <a:pt x="89927" y="61054"/>
                </a:lnTo>
                <a:lnTo>
                  <a:pt x="90693" y="61054"/>
                </a:lnTo>
                <a:cubicBezTo>
                  <a:pt x="90733" y="60973"/>
                  <a:pt x="90733" y="60892"/>
                  <a:pt x="90774" y="60812"/>
                </a:cubicBezTo>
                <a:lnTo>
                  <a:pt x="89927" y="60812"/>
                </a:lnTo>
                <a:lnTo>
                  <a:pt x="89927" y="56255"/>
                </a:lnTo>
                <a:lnTo>
                  <a:pt x="91984" y="56255"/>
                </a:lnTo>
                <a:cubicBezTo>
                  <a:pt x="92024" y="56174"/>
                  <a:pt x="92024" y="56093"/>
                  <a:pt x="92064" y="56013"/>
                </a:cubicBezTo>
                <a:lnTo>
                  <a:pt x="89927" y="56013"/>
                </a:lnTo>
                <a:lnTo>
                  <a:pt x="89927" y="51456"/>
                </a:lnTo>
                <a:lnTo>
                  <a:pt x="92750" y="51456"/>
                </a:lnTo>
                <a:cubicBezTo>
                  <a:pt x="92750" y="51375"/>
                  <a:pt x="92790" y="51295"/>
                  <a:pt x="92790" y="51174"/>
                </a:cubicBezTo>
                <a:lnTo>
                  <a:pt x="89927" y="51174"/>
                </a:lnTo>
                <a:lnTo>
                  <a:pt x="89927" y="46617"/>
                </a:lnTo>
                <a:lnTo>
                  <a:pt x="93032" y="46617"/>
                </a:lnTo>
                <a:lnTo>
                  <a:pt x="93032" y="46496"/>
                </a:lnTo>
                <a:lnTo>
                  <a:pt x="93032" y="46375"/>
                </a:lnTo>
                <a:lnTo>
                  <a:pt x="89927" y="46375"/>
                </a:lnTo>
                <a:lnTo>
                  <a:pt x="89927" y="41818"/>
                </a:lnTo>
                <a:lnTo>
                  <a:pt x="92790" y="41818"/>
                </a:lnTo>
                <a:cubicBezTo>
                  <a:pt x="92790" y="41737"/>
                  <a:pt x="92750" y="41657"/>
                  <a:pt x="92750" y="41576"/>
                </a:cubicBezTo>
                <a:lnTo>
                  <a:pt x="89927" y="41576"/>
                </a:lnTo>
                <a:lnTo>
                  <a:pt x="89927" y="36979"/>
                </a:lnTo>
                <a:lnTo>
                  <a:pt x="92064" y="36979"/>
                </a:lnTo>
                <a:cubicBezTo>
                  <a:pt x="92024" y="36898"/>
                  <a:pt x="92024" y="36818"/>
                  <a:pt x="91984" y="36737"/>
                </a:cubicBezTo>
                <a:lnTo>
                  <a:pt x="89927" y="36737"/>
                </a:lnTo>
                <a:lnTo>
                  <a:pt x="89927" y="32180"/>
                </a:lnTo>
                <a:lnTo>
                  <a:pt x="90774" y="32180"/>
                </a:lnTo>
                <a:cubicBezTo>
                  <a:pt x="90733" y="32099"/>
                  <a:pt x="90733" y="32019"/>
                  <a:pt x="90693" y="31938"/>
                </a:cubicBezTo>
                <a:lnTo>
                  <a:pt x="89927" y="31938"/>
                </a:lnTo>
                <a:lnTo>
                  <a:pt x="89927" y="29841"/>
                </a:lnTo>
                <a:lnTo>
                  <a:pt x="89685" y="29196"/>
                </a:lnTo>
                <a:lnTo>
                  <a:pt x="89685" y="31938"/>
                </a:lnTo>
                <a:lnTo>
                  <a:pt x="85128" y="31938"/>
                </a:lnTo>
                <a:lnTo>
                  <a:pt x="85128" y="27381"/>
                </a:lnTo>
                <a:lnTo>
                  <a:pt x="88919" y="27381"/>
                </a:lnTo>
                <a:cubicBezTo>
                  <a:pt x="88879" y="27301"/>
                  <a:pt x="88838" y="27220"/>
                  <a:pt x="88798" y="27139"/>
                </a:cubicBezTo>
                <a:lnTo>
                  <a:pt x="85128" y="27139"/>
                </a:lnTo>
                <a:lnTo>
                  <a:pt x="85128" y="22542"/>
                </a:lnTo>
                <a:lnTo>
                  <a:pt x="86378" y="22542"/>
                </a:lnTo>
                <a:cubicBezTo>
                  <a:pt x="86338" y="22462"/>
                  <a:pt x="86298" y="22381"/>
                  <a:pt x="86257" y="22300"/>
                </a:cubicBezTo>
                <a:lnTo>
                  <a:pt x="85128" y="22300"/>
                </a:lnTo>
                <a:lnTo>
                  <a:pt x="85128" y="20566"/>
                </a:lnTo>
                <a:cubicBezTo>
                  <a:pt x="85048" y="20445"/>
                  <a:pt x="84967" y="20324"/>
                  <a:pt x="84886" y="20203"/>
                </a:cubicBezTo>
                <a:lnTo>
                  <a:pt x="84886" y="22300"/>
                </a:lnTo>
                <a:lnTo>
                  <a:pt x="80329" y="22300"/>
                </a:lnTo>
                <a:lnTo>
                  <a:pt x="80329" y="17743"/>
                </a:lnTo>
                <a:lnTo>
                  <a:pt x="83072" y="17743"/>
                </a:lnTo>
                <a:lnTo>
                  <a:pt x="82870" y="17501"/>
                </a:lnTo>
                <a:lnTo>
                  <a:pt x="80329" y="17501"/>
                </a:lnTo>
                <a:lnTo>
                  <a:pt x="80329" y="14558"/>
                </a:lnTo>
                <a:lnTo>
                  <a:pt x="80087" y="14316"/>
                </a:lnTo>
                <a:lnTo>
                  <a:pt x="80087" y="17501"/>
                </a:lnTo>
                <a:lnTo>
                  <a:pt x="75490" y="17501"/>
                </a:lnTo>
                <a:lnTo>
                  <a:pt x="75490" y="12945"/>
                </a:lnTo>
                <a:lnTo>
                  <a:pt x="78716" y="12945"/>
                </a:lnTo>
                <a:lnTo>
                  <a:pt x="78434" y="12703"/>
                </a:lnTo>
                <a:lnTo>
                  <a:pt x="75490" y="12703"/>
                </a:lnTo>
                <a:lnTo>
                  <a:pt x="75490" y="10122"/>
                </a:lnTo>
                <a:lnTo>
                  <a:pt x="75248" y="9920"/>
                </a:lnTo>
                <a:lnTo>
                  <a:pt x="75248" y="12703"/>
                </a:lnTo>
                <a:lnTo>
                  <a:pt x="70691" y="12703"/>
                </a:lnTo>
                <a:lnTo>
                  <a:pt x="70691" y="8106"/>
                </a:lnTo>
                <a:lnTo>
                  <a:pt x="72788" y="8106"/>
                </a:lnTo>
                <a:cubicBezTo>
                  <a:pt x="72667" y="8025"/>
                  <a:pt x="72546" y="7944"/>
                  <a:pt x="72425" y="7864"/>
                </a:cubicBezTo>
                <a:lnTo>
                  <a:pt x="70691" y="7864"/>
                </a:lnTo>
                <a:lnTo>
                  <a:pt x="70691" y="6775"/>
                </a:lnTo>
                <a:cubicBezTo>
                  <a:pt x="70611" y="6694"/>
                  <a:pt x="70530" y="6654"/>
                  <a:pt x="70450" y="6613"/>
                </a:cubicBezTo>
                <a:lnTo>
                  <a:pt x="70450" y="7864"/>
                </a:lnTo>
                <a:lnTo>
                  <a:pt x="65893" y="7864"/>
                </a:lnTo>
                <a:lnTo>
                  <a:pt x="65893" y="4194"/>
                </a:lnTo>
                <a:cubicBezTo>
                  <a:pt x="65812" y="4154"/>
                  <a:pt x="65731" y="4113"/>
                  <a:pt x="65651" y="4073"/>
                </a:cubicBezTo>
                <a:lnTo>
                  <a:pt x="65651" y="7864"/>
                </a:lnTo>
                <a:lnTo>
                  <a:pt x="61054" y="7864"/>
                </a:lnTo>
                <a:lnTo>
                  <a:pt x="61054" y="3307"/>
                </a:lnTo>
                <a:lnTo>
                  <a:pt x="63796" y="3307"/>
                </a:lnTo>
                <a:lnTo>
                  <a:pt x="63191" y="3065"/>
                </a:lnTo>
                <a:lnTo>
                  <a:pt x="61054" y="3065"/>
                </a:lnTo>
                <a:lnTo>
                  <a:pt x="61054" y="2339"/>
                </a:lnTo>
                <a:cubicBezTo>
                  <a:pt x="60973" y="2299"/>
                  <a:pt x="60892" y="2258"/>
                  <a:pt x="60812" y="2258"/>
                </a:cubicBezTo>
                <a:lnTo>
                  <a:pt x="60812" y="3065"/>
                </a:lnTo>
                <a:lnTo>
                  <a:pt x="56255" y="3065"/>
                </a:lnTo>
                <a:lnTo>
                  <a:pt x="56255" y="1048"/>
                </a:lnTo>
                <a:cubicBezTo>
                  <a:pt x="56174" y="1008"/>
                  <a:pt x="56093" y="1008"/>
                  <a:pt x="56013" y="968"/>
                </a:cubicBezTo>
                <a:lnTo>
                  <a:pt x="56013" y="3065"/>
                </a:lnTo>
                <a:lnTo>
                  <a:pt x="51456" y="3065"/>
                </a:lnTo>
                <a:lnTo>
                  <a:pt x="51456" y="282"/>
                </a:lnTo>
                <a:cubicBezTo>
                  <a:pt x="51375" y="242"/>
                  <a:pt x="51295" y="242"/>
                  <a:pt x="51214" y="242"/>
                </a:cubicBezTo>
                <a:lnTo>
                  <a:pt x="51214" y="3065"/>
                </a:lnTo>
                <a:lnTo>
                  <a:pt x="46617" y="3065"/>
                </a:lnTo>
                <a:lnTo>
                  <a:pt x="46617" y="0"/>
                </a:lnTo>
                <a:lnTo>
                  <a:pt x="46496" y="0"/>
                </a:lnTo>
                <a:lnTo>
                  <a:pt x="46375" y="0"/>
                </a:lnTo>
                <a:lnTo>
                  <a:pt x="46375" y="3065"/>
                </a:lnTo>
                <a:lnTo>
                  <a:pt x="41818" y="3065"/>
                </a:lnTo>
                <a:lnTo>
                  <a:pt x="41818" y="242"/>
                </a:lnTo>
                <a:cubicBezTo>
                  <a:pt x="41737" y="242"/>
                  <a:pt x="41657" y="242"/>
                  <a:pt x="41576" y="242"/>
                </a:cubicBezTo>
                <a:lnTo>
                  <a:pt x="41576" y="3065"/>
                </a:lnTo>
                <a:lnTo>
                  <a:pt x="37019" y="3065"/>
                </a:lnTo>
                <a:lnTo>
                  <a:pt x="37019" y="968"/>
                </a:lnTo>
                <a:cubicBezTo>
                  <a:pt x="36939" y="1008"/>
                  <a:pt x="36858" y="1008"/>
                  <a:pt x="36777" y="1008"/>
                </a:cubicBezTo>
                <a:lnTo>
                  <a:pt x="36777" y="3065"/>
                </a:lnTo>
                <a:lnTo>
                  <a:pt x="32180" y="3065"/>
                </a:lnTo>
                <a:lnTo>
                  <a:pt x="32180" y="2258"/>
                </a:lnTo>
                <a:cubicBezTo>
                  <a:pt x="32099" y="2258"/>
                  <a:pt x="32019" y="2299"/>
                  <a:pt x="31938" y="2339"/>
                </a:cubicBezTo>
                <a:lnTo>
                  <a:pt x="31938" y="3065"/>
                </a:lnTo>
                <a:lnTo>
                  <a:pt x="29841" y="3065"/>
                </a:lnTo>
                <a:lnTo>
                  <a:pt x="29236" y="3307"/>
                </a:lnTo>
                <a:lnTo>
                  <a:pt x="31938" y="3307"/>
                </a:lnTo>
                <a:lnTo>
                  <a:pt x="31938" y="7904"/>
                </a:lnTo>
                <a:lnTo>
                  <a:pt x="27381" y="7904"/>
                </a:lnTo>
                <a:lnTo>
                  <a:pt x="27381" y="4113"/>
                </a:lnTo>
                <a:cubicBezTo>
                  <a:pt x="27301" y="4154"/>
                  <a:pt x="27220" y="4194"/>
                  <a:pt x="27139" y="4234"/>
                </a:cubicBezTo>
                <a:lnTo>
                  <a:pt x="27139" y="7904"/>
                </a:lnTo>
                <a:lnTo>
                  <a:pt x="22542" y="7904"/>
                </a:lnTo>
                <a:lnTo>
                  <a:pt x="22542" y="6613"/>
                </a:lnTo>
                <a:cubicBezTo>
                  <a:pt x="22462" y="6694"/>
                  <a:pt x="22381" y="6734"/>
                  <a:pt x="22300" y="6775"/>
                </a:cubicBezTo>
                <a:lnTo>
                  <a:pt x="22300" y="7904"/>
                </a:lnTo>
                <a:lnTo>
                  <a:pt x="20566" y="7904"/>
                </a:lnTo>
                <a:cubicBezTo>
                  <a:pt x="20445" y="7985"/>
                  <a:pt x="20324" y="8065"/>
                  <a:pt x="20203" y="8146"/>
                </a:cubicBezTo>
                <a:lnTo>
                  <a:pt x="22300" y="8146"/>
                </a:lnTo>
                <a:lnTo>
                  <a:pt x="22300" y="12703"/>
                </a:lnTo>
                <a:lnTo>
                  <a:pt x="17743" y="12703"/>
                </a:lnTo>
                <a:lnTo>
                  <a:pt x="17743" y="9961"/>
                </a:lnTo>
                <a:lnTo>
                  <a:pt x="17501" y="10162"/>
                </a:lnTo>
                <a:lnTo>
                  <a:pt x="17501" y="12703"/>
                </a:lnTo>
                <a:lnTo>
                  <a:pt x="14558" y="12703"/>
                </a:lnTo>
                <a:lnTo>
                  <a:pt x="14316" y="12945"/>
                </a:lnTo>
                <a:lnTo>
                  <a:pt x="17501" y="12945"/>
                </a:lnTo>
                <a:lnTo>
                  <a:pt x="17501" y="17542"/>
                </a:lnTo>
                <a:lnTo>
                  <a:pt x="12945" y="17542"/>
                </a:lnTo>
                <a:lnTo>
                  <a:pt x="12945" y="14316"/>
                </a:lnTo>
                <a:lnTo>
                  <a:pt x="12703" y="14598"/>
                </a:lnTo>
                <a:lnTo>
                  <a:pt x="12703" y="17542"/>
                </a:lnTo>
                <a:lnTo>
                  <a:pt x="10122" y="17542"/>
                </a:lnTo>
                <a:lnTo>
                  <a:pt x="9920" y="17784"/>
                </a:lnTo>
                <a:lnTo>
                  <a:pt x="12703" y="17784"/>
                </a:lnTo>
                <a:lnTo>
                  <a:pt x="12703" y="22341"/>
                </a:lnTo>
                <a:lnTo>
                  <a:pt x="8106" y="22341"/>
                </a:lnTo>
                <a:lnTo>
                  <a:pt x="8106" y="20244"/>
                </a:lnTo>
                <a:cubicBezTo>
                  <a:pt x="8025" y="20365"/>
                  <a:pt x="7944" y="20486"/>
                  <a:pt x="7864" y="20607"/>
                </a:cubicBezTo>
                <a:lnTo>
                  <a:pt x="7864" y="22341"/>
                </a:lnTo>
                <a:lnTo>
                  <a:pt x="6775" y="22341"/>
                </a:lnTo>
                <a:cubicBezTo>
                  <a:pt x="6694" y="22421"/>
                  <a:pt x="6654" y="22502"/>
                  <a:pt x="6613" y="22583"/>
                </a:cubicBezTo>
                <a:lnTo>
                  <a:pt x="7864" y="22583"/>
                </a:lnTo>
                <a:lnTo>
                  <a:pt x="7864" y="27139"/>
                </a:lnTo>
                <a:lnTo>
                  <a:pt x="4194" y="27139"/>
                </a:lnTo>
                <a:cubicBezTo>
                  <a:pt x="4154" y="27220"/>
                  <a:pt x="4113" y="27301"/>
                  <a:pt x="4073" y="27381"/>
                </a:cubicBezTo>
                <a:lnTo>
                  <a:pt x="7864" y="27381"/>
                </a:lnTo>
                <a:lnTo>
                  <a:pt x="7864" y="31978"/>
                </a:lnTo>
                <a:lnTo>
                  <a:pt x="3307" y="31978"/>
                </a:lnTo>
                <a:lnTo>
                  <a:pt x="3307" y="29236"/>
                </a:lnTo>
                <a:lnTo>
                  <a:pt x="3065" y="29841"/>
                </a:lnTo>
                <a:lnTo>
                  <a:pt x="3065" y="31978"/>
                </a:lnTo>
                <a:lnTo>
                  <a:pt x="2299" y="31978"/>
                </a:lnTo>
                <a:cubicBezTo>
                  <a:pt x="2299" y="32059"/>
                  <a:pt x="2258" y="32140"/>
                  <a:pt x="2218" y="32220"/>
                </a:cubicBezTo>
                <a:lnTo>
                  <a:pt x="3065" y="32220"/>
                </a:lnTo>
                <a:lnTo>
                  <a:pt x="3065" y="36777"/>
                </a:lnTo>
                <a:lnTo>
                  <a:pt x="1008" y="36777"/>
                </a:lnTo>
                <a:cubicBezTo>
                  <a:pt x="1008" y="36858"/>
                  <a:pt x="968" y="36939"/>
                  <a:pt x="968" y="37019"/>
                </a:cubicBezTo>
                <a:lnTo>
                  <a:pt x="3065" y="37019"/>
                </a:lnTo>
                <a:lnTo>
                  <a:pt x="3065" y="41576"/>
                </a:lnTo>
                <a:lnTo>
                  <a:pt x="242" y="41576"/>
                </a:lnTo>
                <a:cubicBezTo>
                  <a:pt x="242" y="41657"/>
                  <a:pt x="242" y="41737"/>
                  <a:pt x="242" y="41818"/>
                </a:cubicBezTo>
                <a:lnTo>
                  <a:pt x="3065" y="41818"/>
                </a:lnTo>
                <a:lnTo>
                  <a:pt x="3065" y="46415"/>
                </a:lnTo>
                <a:lnTo>
                  <a:pt x="0" y="46415"/>
                </a:lnTo>
                <a:lnTo>
                  <a:pt x="0" y="46536"/>
                </a:lnTo>
                <a:lnTo>
                  <a:pt x="0" y="46657"/>
                </a:lnTo>
                <a:lnTo>
                  <a:pt x="3065" y="46657"/>
                </a:lnTo>
                <a:lnTo>
                  <a:pt x="3065" y="51214"/>
                </a:lnTo>
                <a:lnTo>
                  <a:pt x="242" y="51214"/>
                </a:lnTo>
                <a:cubicBezTo>
                  <a:pt x="242" y="51295"/>
                  <a:pt x="242" y="51375"/>
                  <a:pt x="242" y="51456"/>
                </a:cubicBezTo>
                <a:lnTo>
                  <a:pt x="3065" y="51456"/>
                </a:lnTo>
                <a:lnTo>
                  <a:pt x="3065" y="56053"/>
                </a:lnTo>
                <a:lnTo>
                  <a:pt x="968" y="56053"/>
                </a:lnTo>
                <a:cubicBezTo>
                  <a:pt x="968" y="56134"/>
                  <a:pt x="1008" y="56174"/>
                  <a:pt x="1008" y="56295"/>
                </a:cubicBezTo>
                <a:lnTo>
                  <a:pt x="3065" y="56295"/>
                </a:lnTo>
                <a:lnTo>
                  <a:pt x="3065" y="60852"/>
                </a:lnTo>
                <a:lnTo>
                  <a:pt x="2218" y="60852"/>
                </a:lnTo>
                <a:cubicBezTo>
                  <a:pt x="2258" y="60933"/>
                  <a:pt x="2299" y="61013"/>
                  <a:pt x="2299" y="61094"/>
                </a:cubicBezTo>
                <a:lnTo>
                  <a:pt x="3065" y="61094"/>
                </a:lnTo>
                <a:lnTo>
                  <a:pt x="3065" y="63191"/>
                </a:lnTo>
                <a:lnTo>
                  <a:pt x="3307" y="63836"/>
                </a:lnTo>
                <a:lnTo>
                  <a:pt x="3307" y="61094"/>
                </a:lnTo>
                <a:lnTo>
                  <a:pt x="7864" y="61094"/>
                </a:lnTo>
                <a:lnTo>
                  <a:pt x="7864" y="65651"/>
                </a:lnTo>
                <a:lnTo>
                  <a:pt x="4073" y="65651"/>
                </a:lnTo>
                <a:cubicBezTo>
                  <a:pt x="4113" y="65731"/>
                  <a:pt x="4154" y="65812"/>
                  <a:pt x="4194" y="65893"/>
                </a:cubicBezTo>
                <a:lnTo>
                  <a:pt x="7864" y="65893"/>
                </a:lnTo>
                <a:lnTo>
                  <a:pt x="7864" y="70490"/>
                </a:lnTo>
                <a:lnTo>
                  <a:pt x="6613" y="70490"/>
                </a:lnTo>
                <a:cubicBezTo>
                  <a:pt x="6654" y="70570"/>
                  <a:pt x="6694" y="70651"/>
                  <a:pt x="6775" y="70732"/>
                </a:cubicBezTo>
                <a:lnTo>
                  <a:pt x="7864" y="70732"/>
                </a:lnTo>
                <a:lnTo>
                  <a:pt x="7864" y="72466"/>
                </a:lnTo>
                <a:cubicBezTo>
                  <a:pt x="7944" y="72587"/>
                  <a:pt x="8025" y="72708"/>
                  <a:pt x="8106" y="72829"/>
                </a:cubicBezTo>
                <a:lnTo>
                  <a:pt x="8106" y="70732"/>
                </a:lnTo>
                <a:lnTo>
                  <a:pt x="12703" y="70732"/>
                </a:lnTo>
                <a:lnTo>
                  <a:pt x="12703" y="75289"/>
                </a:lnTo>
                <a:lnTo>
                  <a:pt x="9920" y="75289"/>
                </a:lnTo>
                <a:lnTo>
                  <a:pt x="10122" y="75531"/>
                </a:lnTo>
                <a:lnTo>
                  <a:pt x="12703" y="75531"/>
                </a:lnTo>
                <a:lnTo>
                  <a:pt x="12703" y="78474"/>
                </a:lnTo>
                <a:lnTo>
                  <a:pt x="12945" y="78716"/>
                </a:lnTo>
                <a:lnTo>
                  <a:pt x="12945" y="75531"/>
                </a:lnTo>
                <a:lnTo>
                  <a:pt x="17501" y="75531"/>
                </a:lnTo>
                <a:lnTo>
                  <a:pt x="17501" y="80087"/>
                </a:lnTo>
                <a:lnTo>
                  <a:pt x="14316" y="80087"/>
                </a:lnTo>
                <a:lnTo>
                  <a:pt x="14558" y="80329"/>
                </a:lnTo>
                <a:lnTo>
                  <a:pt x="17501" y="80329"/>
                </a:lnTo>
                <a:lnTo>
                  <a:pt x="17501" y="82910"/>
                </a:lnTo>
                <a:lnTo>
                  <a:pt x="17743" y="83072"/>
                </a:lnTo>
                <a:lnTo>
                  <a:pt x="17743" y="80329"/>
                </a:lnTo>
                <a:lnTo>
                  <a:pt x="22300" y="80329"/>
                </a:lnTo>
                <a:lnTo>
                  <a:pt x="22300" y="84927"/>
                </a:lnTo>
                <a:lnTo>
                  <a:pt x="20203" y="84927"/>
                </a:lnTo>
                <a:cubicBezTo>
                  <a:pt x="20324" y="85007"/>
                  <a:pt x="20445" y="85088"/>
                  <a:pt x="20566" y="85168"/>
                </a:cubicBezTo>
                <a:lnTo>
                  <a:pt x="22300" y="85168"/>
                </a:lnTo>
                <a:lnTo>
                  <a:pt x="22300" y="86257"/>
                </a:lnTo>
                <a:cubicBezTo>
                  <a:pt x="22381" y="86338"/>
                  <a:pt x="22462" y="86378"/>
                  <a:pt x="22542" y="86419"/>
                </a:cubicBezTo>
                <a:lnTo>
                  <a:pt x="22542" y="85168"/>
                </a:lnTo>
                <a:lnTo>
                  <a:pt x="27139" y="85168"/>
                </a:lnTo>
                <a:lnTo>
                  <a:pt x="27139" y="88838"/>
                </a:lnTo>
                <a:cubicBezTo>
                  <a:pt x="27220" y="88878"/>
                  <a:pt x="27301" y="88919"/>
                  <a:pt x="27381" y="88959"/>
                </a:cubicBezTo>
                <a:lnTo>
                  <a:pt x="27381" y="85168"/>
                </a:lnTo>
                <a:lnTo>
                  <a:pt x="31938" y="85168"/>
                </a:lnTo>
                <a:lnTo>
                  <a:pt x="31938" y="89725"/>
                </a:lnTo>
                <a:lnTo>
                  <a:pt x="29236" y="89725"/>
                </a:lnTo>
                <a:lnTo>
                  <a:pt x="29841" y="89967"/>
                </a:lnTo>
                <a:lnTo>
                  <a:pt x="31938" y="89967"/>
                </a:lnTo>
                <a:lnTo>
                  <a:pt x="31938" y="90733"/>
                </a:lnTo>
                <a:cubicBezTo>
                  <a:pt x="32019" y="90733"/>
                  <a:pt x="32099" y="90774"/>
                  <a:pt x="32180" y="90814"/>
                </a:cubicBezTo>
                <a:lnTo>
                  <a:pt x="32180" y="89967"/>
                </a:lnTo>
                <a:lnTo>
                  <a:pt x="36777" y="89967"/>
                </a:lnTo>
                <a:lnTo>
                  <a:pt x="36777" y="92024"/>
                </a:lnTo>
                <a:cubicBezTo>
                  <a:pt x="36858" y="92024"/>
                  <a:pt x="36939" y="92064"/>
                  <a:pt x="37019" y="92064"/>
                </a:cubicBezTo>
                <a:lnTo>
                  <a:pt x="37019" y="89967"/>
                </a:lnTo>
                <a:lnTo>
                  <a:pt x="41576" y="89967"/>
                </a:lnTo>
                <a:lnTo>
                  <a:pt x="41576" y="92790"/>
                </a:lnTo>
                <a:cubicBezTo>
                  <a:pt x="41657" y="92790"/>
                  <a:pt x="41737" y="92790"/>
                  <a:pt x="41818" y="92790"/>
                </a:cubicBezTo>
                <a:lnTo>
                  <a:pt x="41818" y="89967"/>
                </a:lnTo>
                <a:lnTo>
                  <a:pt x="46375" y="89967"/>
                </a:lnTo>
                <a:lnTo>
                  <a:pt x="46375" y="93032"/>
                </a:lnTo>
                <a:lnTo>
                  <a:pt x="46496" y="93032"/>
                </a:lnTo>
                <a:lnTo>
                  <a:pt x="46617" y="93032"/>
                </a:lnTo>
                <a:lnTo>
                  <a:pt x="46617" y="89967"/>
                </a:lnTo>
                <a:lnTo>
                  <a:pt x="51214" y="89967"/>
                </a:lnTo>
                <a:lnTo>
                  <a:pt x="51214" y="92790"/>
                </a:lnTo>
                <a:cubicBezTo>
                  <a:pt x="51295" y="92790"/>
                  <a:pt x="51375" y="92790"/>
                  <a:pt x="51456" y="92790"/>
                </a:cubicBezTo>
                <a:lnTo>
                  <a:pt x="51456" y="89967"/>
                </a:lnTo>
                <a:lnTo>
                  <a:pt x="56013" y="89967"/>
                </a:lnTo>
                <a:lnTo>
                  <a:pt x="56013" y="92064"/>
                </a:lnTo>
                <a:cubicBezTo>
                  <a:pt x="56093" y="92064"/>
                  <a:pt x="56174" y="92024"/>
                  <a:pt x="56255" y="92024"/>
                </a:cubicBezTo>
                <a:lnTo>
                  <a:pt x="56255" y="89967"/>
                </a:lnTo>
                <a:lnTo>
                  <a:pt x="60812" y="89967"/>
                </a:lnTo>
                <a:lnTo>
                  <a:pt x="60812" y="90814"/>
                </a:lnTo>
                <a:cubicBezTo>
                  <a:pt x="60892" y="90774"/>
                  <a:pt x="60973" y="90733"/>
                  <a:pt x="61054" y="90733"/>
                </a:cubicBezTo>
                <a:lnTo>
                  <a:pt x="61054" y="89967"/>
                </a:lnTo>
                <a:lnTo>
                  <a:pt x="63191" y="89967"/>
                </a:lnTo>
                <a:lnTo>
                  <a:pt x="63796" y="89725"/>
                </a:lnTo>
                <a:lnTo>
                  <a:pt x="61054" y="89725"/>
                </a:lnTo>
                <a:lnTo>
                  <a:pt x="61054" y="85168"/>
                </a:lnTo>
                <a:lnTo>
                  <a:pt x="65651" y="85168"/>
                </a:lnTo>
                <a:lnTo>
                  <a:pt x="65651" y="88959"/>
                </a:lnTo>
                <a:cubicBezTo>
                  <a:pt x="65731" y="88919"/>
                  <a:pt x="65812" y="88878"/>
                  <a:pt x="65893" y="88838"/>
                </a:cubicBezTo>
                <a:lnTo>
                  <a:pt x="65893" y="85168"/>
                </a:lnTo>
                <a:lnTo>
                  <a:pt x="70450" y="85168"/>
                </a:lnTo>
                <a:lnTo>
                  <a:pt x="70450" y="86419"/>
                </a:lnTo>
                <a:cubicBezTo>
                  <a:pt x="70530" y="86378"/>
                  <a:pt x="70611" y="86338"/>
                  <a:pt x="70691" y="86257"/>
                </a:cubicBezTo>
                <a:lnTo>
                  <a:pt x="70691" y="85168"/>
                </a:lnTo>
                <a:lnTo>
                  <a:pt x="72425" y="85168"/>
                </a:lnTo>
                <a:cubicBezTo>
                  <a:pt x="72546" y="85088"/>
                  <a:pt x="72667" y="85007"/>
                  <a:pt x="72788" y="84927"/>
                </a:cubicBezTo>
                <a:lnTo>
                  <a:pt x="70691" y="84927"/>
                </a:lnTo>
                <a:lnTo>
                  <a:pt x="70691" y="80329"/>
                </a:lnTo>
                <a:lnTo>
                  <a:pt x="75248" y="80329"/>
                </a:lnTo>
                <a:lnTo>
                  <a:pt x="75248" y="83072"/>
                </a:lnTo>
                <a:lnTo>
                  <a:pt x="75490" y="82910"/>
                </a:lnTo>
                <a:lnTo>
                  <a:pt x="75490" y="80329"/>
                </a:lnTo>
                <a:lnTo>
                  <a:pt x="78434" y="80329"/>
                </a:lnTo>
                <a:lnTo>
                  <a:pt x="78716" y="80087"/>
                </a:lnTo>
                <a:lnTo>
                  <a:pt x="75490" y="80087"/>
                </a:lnTo>
                <a:lnTo>
                  <a:pt x="75490" y="75531"/>
                </a:lnTo>
                <a:lnTo>
                  <a:pt x="80087" y="75531"/>
                </a:lnTo>
                <a:lnTo>
                  <a:pt x="80087" y="78716"/>
                </a:lnTo>
                <a:lnTo>
                  <a:pt x="80329" y="78474"/>
                </a:lnTo>
                <a:lnTo>
                  <a:pt x="80329" y="75531"/>
                </a:lnTo>
                <a:lnTo>
                  <a:pt x="82870" y="75531"/>
                </a:lnTo>
                <a:lnTo>
                  <a:pt x="83072" y="75289"/>
                </a:lnTo>
                <a:lnTo>
                  <a:pt x="80329" y="75289"/>
                </a:lnTo>
                <a:lnTo>
                  <a:pt x="80329" y="70732"/>
                </a:lnTo>
                <a:lnTo>
                  <a:pt x="84886" y="70732"/>
                </a:lnTo>
                <a:lnTo>
                  <a:pt x="84886" y="72829"/>
                </a:lnTo>
                <a:cubicBezTo>
                  <a:pt x="84967" y="72708"/>
                  <a:pt x="85048" y="72587"/>
                  <a:pt x="85128" y="72466"/>
                </a:cubicBezTo>
                <a:lnTo>
                  <a:pt x="85128" y="70732"/>
                </a:lnTo>
                <a:lnTo>
                  <a:pt x="86257" y="70732"/>
                </a:lnTo>
                <a:cubicBezTo>
                  <a:pt x="86298" y="70651"/>
                  <a:pt x="86338" y="70570"/>
                  <a:pt x="86378" y="70490"/>
                </a:cubicBezTo>
                <a:lnTo>
                  <a:pt x="85128" y="70490"/>
                </a:lnTo>
                <a:lnTo>
                  <a:pt x="85128" y="65893"/>
                </a:lnTo>
                <a:lnTo>
                  <a:pt x="88798" y="65893"/>
                </a:lnTo>
                <a:cubicBezTo>
                  <a:pt x="88838" y="65812"/>
                  <a:pt x="88879" y="65731"/>
                  <a:pt x="88919" y="65651"/>
                </a:cubicBezTo>
                <a:lnTo>
                  <a:pt x="85128" y="65651"/>
                </a:lnTo>
                <a:lnTo>
                  <a:pt x="85128" y="61094"/>
                </a:lnTo>
                <a:lnTo>
                  <a:pt x="89685" y="61094"/>
                </a:lnTo>
                <a:close/>
                <a:moveTo>
                  <a:pt x="85128" y="32180"/>
                </a:moveTo>
                <a:lnTo>
                  <a:pt x="89685" y="32180"/>
                </a:lnTo>
                <a:lnTo>
                  <a:pt x="89685" y="36777"/>
                </a:lnTo>
                <a:lnTo>
                  <a:pt x="85128" y="36777"/>
                </a:lnTo>
                <a:close/>
                <a:moveTo>
                  <a:pt x="85128" y="37019"/>
                </a:moveTo>
                <a:lnTo>
                  <a:pt x="89685" y="37019"/>
                </a:lnTo>
                <a:lnTo>
                  <a:pt x="89685" y="41576"/>
                </a:lnTo>
                <a:lnTo>
                  <a:pt x="85128" y="41576"/>
                </a:lnTo>
                <a:close/>
                <a:moveTo>
                  <a:pt x="85128" y="41818"/>
                </a:moveTo>
                <a:lnTo>
                  <a:pt x="89685" y="41818"/>
                </a:lnTo>
                <a:lnTo>
                  <a:pt x="89685" y="46375"/>
                </a:lnTo>
                <a:lnTo>
                  <a:pt x="85128" y="46375"/>
                </a:lnTo>
                <a:close/>
                <a:moveTo>
                  <a:pt x="85128" y="46617"/>
                </a:moveTo>
                <a:lnTo>
                  <a:pt x="89685" y="46617"/>
                </a:lnTo>
                <a:lnTo>
                  <a:pt x="89685" y="51214"/>
                </a:lnTo>
                <a:lnTo>
                  <a:pt x="85128" y="51214"/>
                </a:lnTo>
                <a:close/>
                <a:moveTo>
                  <a:pt x="85128" y="51456"/>
                </a:moveTo>
                <a:lnTo>
                  <a:pt x="89685" y="51456"/>
                </a:lnTo>
                <a:lnTo>
                  <a:pt x="89685" y="56013"/>
                </a:lnTo>
                <a:lnTo>
                  <a:pt x="85128" y="56013"/>
                </a:lnTo>
                <a:close/>
                <a:moveTo>
                  <a:pt x="85128" y="56255"/>
                </a:moveTo>
                <a:lnTo>
                  <a:pt x="89685" y="56255"/>
                </a:lnTo>
                <a:lnTo>
                  <a:pt x="89685" y="60812"/>
                </a:lnTo>
                <a:lnTo>
                  <a:pt x="85128" y="60812"/>
                </a:lnTo>
                <a:close/>
                <a:moveTo>
                  <a:pt x="7904" y="60812"/>
                </a:moveTo>
                <a:lnTo>
                  <a:pt x="3347" y="60812"/>
                </a:lnTo>
                <a:lnTo>
                  <a:pt x="3347" y="56255"/>
                </a:lnTo>
                <a:lnTo>
                  <a:pt x="7904" y="56255"/>
                </a:lnTo>
                <a:close/>
                <a:moveTo>
                  <a:pt x="7904" y="56013"/>
                </a:moveTo>
                <a:lnTo>
                  <a:pt x="3347" y="56013"/>
                </a:lnTo>
                <a:lnTo>
                  <a:pt x="3347" y="51456"/>
                </a:lnTo>
                <a:lnTo>
                  <a:pt x="7904" y="51456"/>
                </a:lnTo>
                <a:close/>
                <a:moveTo>
                  <a:pt x="7904" y="51214"/>
                </a:moveTo>
                <a:lnTo>
                  <a:pt x="3347" y="51214"/>
                </a:lnTo>
                <a:lnTo>
                  <a:pt x="3347" y="46617"/>
                </a:lnTo>
                <a:lnTo>
                  <a:pt x="7904" y="46617"/>
                </a:lnTo>
                <a:close/>
                <a:moveTo>
                  <a:pt x="7904" y="46375"/>
                </a:moveTo>
                <a:lnTo>
                  <a:pt x="3347" y="46375"/>
                </a:lnTo>
                <a:lnTo>
                  <a:pt x="3347" y="41818"/>
                </a:lnTo>
                <a:lnTo>
                  <a:pt x="7904" y="41818"/>
                </a:lnTo>
                <a:close/>
                <a:moveTo>
                  <a:pt x="7904" y="41576"/>
                </a:moveTo>
                <a:lnTo>
                  <a:pt x="3347" y="41576"/>
                </a:lnTo>
                <a:lnTo>
                  <a:pt x="3347" y="37019"/>
                </a:lnTo>
                <a:lnTo>
                  <a:pt x="7904" y="37019"/>
                </a:lnTo>
                <a:close/>
                <a:moveTo>
                  <a:pt x="7904" y="36777"/>
                </a:moveTo>
                <a:lnTo>
                  <a:pt x="3347" y="36777"/>
                </a:lnTo>
                <a:lnTo>
                  <a:pt x="3347" y="32180"/>
                </a:lnTo>
                <a:lnTo>
                  <a:pt x="7904" y="32180"/>
                </a:lnTo>
                <a:close/>
                <a:moveTo>
                  <a:pt x="12703" y="70449"/>
                </a:moveTo>
                <a:lnTo>
                  <a:pt x="8146" y="70449"/>
                </a:lnTo>
                <a:lnTo>
                  <a:pt x="8146" y="65893"/>
                </a:lnTo>
                <a:lnTo>
                  <a:pt x="12703" y="65893"/>
                </a:lnTo>
                <a:close/>
                <a:moveTo>
                  <a:pt x="12703" y="65610"/>
                </a:moveTo>
                <a:lnTo>
                  <a:pt x="8146" y="65610"/>
                </a:lnTo>
                <a:lnTo>
                  <a:pt x="8146" y="61054"/>
                </a:lnTo>
                <a:lnTo>
                  <a:pt x="12703" y="61054"/>
                </a:lnTo>
                <a:close/>
                <a:moveTo>
                  <a:pt x="12703" y="60812"/>
                </a:moveTo>
                <a:lnTo>
                  <a:pt x="8146" y="60812"/>
                </a:lnTo>
                <a:lnTo>
                  <a:pt x="8146" y="56255"/>
                </a:lnTo>
                <a:lnTo>
                  <a:pt x="12703" y="56255"/>
                </a:lnTo>
                <a:close/>
                <a:moveTo>
                  <a:pt x="12703" y="56013"/>
                </a:moveTo>
                <a:lnTo>
                  <a:pt x="8146" y="56013"/>
                </a:lnTo>
                <a:lnTo>
                  <a:pt x="8146" y="51456"/>
                </a:lnTo>
                <a:lnTo>
                  <a:pt x="12703" y="51456"/>
                </a:lnTo>
                <a:close/>
                <a:moveTo>
                  <a:pt x="12703" y="51174"/>
                </a:moveTo>
                <a:lnTo>
                  <a:pt x="8146" y="51174"/>
                </a:lnTo>
                <a:lnTo>
                  <a:pt x="8146" y="46617"/>
                </a:lnTo>
                <a:lnTo>
                  <a:pt x="12703" y="46617"/>
                </a:lnTo>
                <a:close/>
                <a:moveTo>
                  <a:pt x="12703" y="46375"/>
                </a:moveTo>
                <a:lnTo>
                  <a:pt x="8146" y="46375"/>
                </a:lnTo>
                <a:lnTo>
                  <a:pt x="8146" y="41818"/>
                </a:lnTo>
                <a:lnTo>
                  <a:pt x="12703" y="41818"/>
                </a:lnTo>
                <a:close/>
                <a:moveTo>
                  <a:pt x="12703" y="41576"/>
                </a:moveTo>
                <a:lnTo>
                  <a:pt x="8146" y="41576"/>
                </a:lnTo>
                <a:lnTo>
                  <a:pt x="8146" y="36979"/>
                </a:lnTo>
                <a:lnTo>
                  <a:pt x="12703" y="36979"/>
                </a:lnTo>
                <a:close/>
                <a:moveTo>
                  <a:pt x="12703" y="36737"/>
                </a:moveTo>
                <a:lnTo>
                  <a:pt x="8146" y="36737"/>
                </a:lnTo>
                <a:lnTo>
                  <a:pt x="8146" y="32180"/>
                </a:lnTo>
                <a:lnTo>
                  <a:pt x="12703" y="32180"/>
                </a:lnTo>
                <a:close/>
                <a:moveTo>
                  <a:pt x="12703" y="31938"/>
                </a:moveTo>
                <a:lnTo>
                  <a:pt x="8146" y="31938"/>
                </a:lnTo>
                <a:lnTo>
                  <a:pt x="8146" y="27381"/>
                </a:lnTo>
                <a:lnTo>
                  <a:pt x="12703" y="27381"/>
                </a:lnTo>
                <a:close/>
                <a:moveTo>
                  <a:pt x="12703" y="27139"/>
                </a:moveTo>
                <a:lnTo>
                  <a:pt x="8146" y="27139"/>
                </a:lnTo>
                <a:lnTo>
                  <a:pt x="8146" y="22542"/>
                </a:lnTo>
                <a:lnTo>
                  <a:pt x="12703" y="22542"/>
                </a:lnTo>
                <a:close/>
                <a:moveTo>
                  <a:pt x="17542" y="75248"/>
                </a:moveTo>
                <a:lnTo>
                  <a:pt x="12945" y="75248"/>
                </a:lnTo>
                <a:lnTo>
                  <a:pt x="12945" y="70651"/>
                </a:lnTo>
                <a:lnTo>
                  <a:pt x="17542" y="70651"/>
                </a:lnTo>
                <a:close/>
                <a:moveTo>
                  <a:pt x="17542" y="70449"/>
                </a:moveTo>
                <a:lnTo>
                  <a:pt x="12945" y="70449"/>
                </a:lnTo>
                <a:lnTo>
                  <a:pt x="12945" y="65852"/>
                </a:lnTo>
                <a:lnTo>
                  <a:pt x="17542" y="65852"/>
                </a:lnTo>
                <a:close/>
                <a:moveTo>
                  <a:pt x="17542" y="65610"/>
                </a:moveTo>
                <a:lnTo>
                  <a:pt x="12945" y="65610"/>
                </a:lnTo>
                <a:lnTo>
                  <a:pt x="12945" y="61054"/>
                </a:lnTo>
                <a:lnTo>
                  <a:pt x="17542" y="61054"/>
                </a:lnTo>
                <a:close/>
                <a:moveTo>
                  <a:pt x="17542" y="60812"/>
                </a:moveTo>
                <a:lnTo>
                  <a:pt x="12945" y="60812"/>
                </a:lnTo>
                <a:lnTo>
                  <a:pt x="12945" y="56214"/>
                </a:lnTo>
                <a:lnTo>
                  <a:pt x="17542" y="56214"/>
                </a:lnTo>
                <a:close/>
                <a:moveTo>
                  <a:pt x="17542" y="55972"/>
                </a:moveTo>
                <a:lnTo>
                  <a:pt x="12945" y="55972"/>
                </a:lnTo>
                <a:lnTo>
                  <a:pt x="12945" y="51416"/>
                </a:lnTo>
                <a:lnTo>
                  <a:pt x="17542" y="51416"/>
                </a:lnTo>
                <a:close/>
                <a:moveTo>
                  <a:pt x="17542" y="51174"/>
                </a:moveTo>
                <a:lnTo>
                  <a:pt x="12945" y="51174"/>
                </a:lnTo>
                <a:lnTo>
                  <a:pt x="12945" y="46617"/>
                </a:lnTo>
                <a:lnTo>
                  <a:pt x="17542" y="46617"/>
                </a:lnTo>
                <a:close/>
                <a:moveTo>
                  <a:pt x="17542" y="46375"/>
                </a:moveTo>
                <a:lnTo>
                  <a:pt x="12945" y="46375"/>
                </a:lnTo>
                <a:lnTo>
                  <a:pt x="12945" y="41778"/>
                </a:lnTo>
                <a:lnTo>
                  <a:pt x="17542" y="41778"/>
                </a:lnTo>
                <a:close/>
                <a:moveTo>
                  <a:pt x="17542" y="41536"/>
                </a:moveTo>
                <a:lnTo>
                  <a:pt x="12945" y="41536"/>
                </a:lnTo>
                <a:lnTo>
                  <a:pt x="12945" y="36979"/>
                </a:lnTo>
                <a:lnTo>
                  <a:pt x="17542" y="36979"/>
                </a:lnTo>
                <a:close/>
                <a:moveTo>
                  <a:pt x="17542" y="36737"/>
                </a:moveTo>
                <a:lnTo>
                  <a:pt x="12945" y="36737"/>
                </a:lnTo>
                <a:lnTo>
                  <a:pt x="12945" y="32180"/>
                </a:lnTo>
                <a:lnTo>
                  <a:pt x="17542" y="32180"/>
                </a:lnTo>
                <a:close/>
                <a:moveTo>
                  <a:pt x="17542" y="31938"/>
                </a:moveTo>
                <a:lnTo>
                  <a:pt x="12945" y="31938"/>
                </a:lnTo>
                <a:lnTo>
                  <a:pt x="12945" y="27341"/>
                </a:lnTo>
                <a:lnTo>
                  <a:pt x="17542" y="27341"/>
                </a:lnTo>
                <a:close/>
                <a:moveTo>
                  <a:pt x="17542" y="27099"/>
                </a:moveTo>
                <a:lnTo>
                  <a:pt x="12945" y="27099"/>
                </a:lnTo>
                <a:lnTo>
                  <a:pt x="12945" y="22542"/>
                </a:lnTo>
                <a:lnTo>
                  <a:pt x="17542" y="22542"/>
                </a:lnTo>
                <a:close/>
                <a:moveTo>
                  <a:pt x="17542" y="22300"/>
                </a:moveTo>
                <a:lnTo>
                  <a:pt x="12945" y="22300"/>
                </a:lnTo>
                <a:lnTo>
                  <a:pt x="12945" y="17743"/>
                </a:lnTo>
                <a:lnTo>
                  <a:pt x="17542" y="17743"/>
                </a:lnTo>
                <a:close/>
                <a:moveTo>
                  <a:pt x="22341" y="80047"/>
                </a:moveTo>
                <a:lnTo>
                  <a:pt x="17784" y="80047"/>
                </a:lnTo>
                <a:lnTo>
                  <a:pt x="17784" y="75450"/>
                </a:lnTo>
                <a:lnTo>
                  <a:pt x="22341" y="75450"/>
                </a:lnTo>
                <a:close/>
                <a:moveTo>
                  <a:pt x="22341" y="75208"/>
                </a:moveTo>
                <a:lnTo>
                  <a:pt x="17784" y="75208"/>
                </a:lnTo>
                <a:lnTo>
                  <a:pt x="17784" y="70651"/>
                </a:lnTo>
                <a:lnTo>
                  <a:pt x="22341" y="70651"/>
                </a:lnTo>
                <a:close/>
                <a:moveTo>
                  <a:pt x="22341" y="70409"/>
                </a:moveTo>
                <a:lnTo>
                  <a:pt x="17784" y="70409"/>
                </a:lnTo>
                <a:lnTo>
                  <a:pt x="17784" y="65852"/>
                </a:lnTo>
                <a:lnTo>
                  <a:pt x="22341" y="65852"/>
                </a:lnTo>
                <a:close/>
                <a:moveTo>
                  <a:pt x="22341" y="65610"/>
                </a:moveTo>
                <a:lnTo>
                  <a:pt x="17784" y="65610"/>
                </a:lnTo>
                <a:lnTo>
                  <a:pt x="17784" y="61013"/>
                </a:lnTo>
                <a:lnTo>
                  <a:pt x="22341" y="61013"/>
                </a:lnTo>
                <a:close/>
                <a:moveTo>
                  <a:pt x="22341" y="60771"/>
                </a:moveTo>
                <a:lnTo>
                  <a:pt x="17784" y="60771"/>
                </a:lnTo>
                <a:lnTo>
                  <a:pt x="17784" y="56214"/>
                </a:lnTo>
                <a:lnTo>
                  <a:pt x="22341" y="56214"/>
                </a:lnTo>
                <a:close/>
                <a:moveTo>
                  <a:pt x="22341" y="55972"/>
                </a:moveTo>
                <a:lnTo>
                  <a:pt x="17784" y="55972"/>
                </a:lnTo>
                <a:lnTo>
                  <a:pt x="17784" y="51416"/>
                </a:lnTo>
                <a:lnTo>
                  <a:pt x="22341" y="51416"/>
                </a:lnTo>
                <a:close/>
                <a:moveTo>
                  <a:pt x="22341" y="51174"/>
                </a:moveTo>
                <a:lnTo>
                  <a:pt x="17784" y="51174"/>
                </a:lnTo>
                <a:lnTo>
                  <a:pt x="17784" y="46577"/>
                </a:lnTo>
                <a:lnTo>
                  <a:pt x="22341" y="46577"/>
                </a:lnTo>
                <a:close/>
                <a:moveTo>
                  <a:pt x="22341" y="46335"/>
                </a:moveTo>
                <a:lnTo>
                  <a:pt x="17784" y="46335"/>
                </a:lnTo>
                <a:lnTo>
                  <a:pt x="17784" y="41778"/>
                </a:lnTo>
                <a:lnTo>
                  <a:pt x="22341" y="41778"/>
                </a:lnTo>
                <a:close/>
                <a:moveTo>
                  <a:pt x="22341" y="41536"/>
                </a:moveTo>
                <a:lnTo>
                  <a:pt x="17784" y="41536"/>
                </a:lnTo>
                <a:lnTo>
                  <a:pt x="17784" y="36939"/>
                </a:lnTo>
                <a:lnTo>
                  <a:pt x="22341" y="36939"/>
                </a:lnTo>
                <a:close/>
                <a:moveTo>
                  <a:pt x="22341" y="36737"/>
                </a:moveTo>
                <a:lnTo>
                  <a:pt x="17784" y="36737"/>
                </a:lnTo>
                <a:lnTo>
                  <a:pt x="17784" y="32140"/>
                </a:lnTo>
                <a:lnTo>
                  <a:pt x="22341" y="32140"/>
                </a:lnTo>
                <a:close/>
                <a:moveTo>
                  <a:pt x="22341" y="31898"/>
                </a:moveTo>
                <a:lnTo>
                  <a:pt x="17784" y="31898"/>
                </a:lnTo>
                <a:lnTo>
                  <a:pt x="17784" y="27341"/>
                </a:lnTo>
                <a:lnTo>
                  <a:pt x="22341" y="27341"/>
                </a:lnTo>
                <a:close/>
                <a:moveTo>
                  <a:pt x="22341" y="27099"/>
                </a:moveTo>
                <a:lnTo>
                  <a:pt x="17784" y="27099"/>
                </a:lnTo>
                <a:lnTo>
                  <a:pt x="17784" y="22502"/>
                </a:lnTo>
                <a:lnTo>
                  <a:pt x="22341" y="22502"/>
                </a:lnTo>
                <a:close/>
                <a:moveTo>
                  <a:pt x="22341" y="22260"/>
                </a:moveTo>
                <a:lnTo>
                  <a:pt x="17784" y="22260"/>
                </a:lnTo>
                <a:lnTo>
                  <a:pt x="17784" y="17703"/>
                </a:lnTo>
                <a:lnTo>
                  <a:pt x="22341" y="17703"/>
                </a:lnTo>
                <a:close/>
                <a:moveTo>
                  <a:pt x="22341" y="17461"/>
                </a:moveTo>
                <a:lnTo>
                  <a:pt x="17784" y="17461"/>
                </a:lnTo>
                <a:lnTo>
                  <a:pt x="17784" y="12904"/>
                </a:lnTo>
                <a:lnTo>
                  <a:pt x="22341" y="12904"/>
                </a:lnTo>
                <a:close/>
                <a:moveTo>
                  <a:pt x="27139" y="84846"/>
                </a:moveTo>
                <a:lnTo>
                  <a:pt x="22583" y="84846"/>
                </a:lnTo>
                <a:lnTo>
                  <a:pt x="22583" y="80249"/>
                </a:lnTo>
                <a:lnTo>
                  <a:pt x="27139" y="80249"/>
                </a:lnTo>
                <a:close/>
                <a:moveTo>
                  <a:pt x="27139" y="80007"/>
                </a:moveTo>
                <a:lnTo>
                  <a:pt x="22583" y="80007"/>
                </a:lnTo>
                <a:lnTo>
                  <a:pt x="22583" y="75450"/>
                </a:lnTo>
                <a:lnTo>
                  <a:pt x="27139" y="75450"/>
                </a:lnTo>
                <a:close/>
                <a:moveTo>
                  <a:pt x="27139" y="75208"/>
                </a:moveTo>
                <a:lnTo>
                  <a:pt x="22583" y="75208"/>
                </a:lnTo>
                <a:lnTo>
                  <a:pt x="22583" y="70611"/>
                </a:lnTo>
                <a:lnTo>
                  <a:pt x="27139" y="70611"/>
                </a:lnTo>
                <a:close/>
                <a:moveTo>
                  <a:pt x="27139" y="70369"/>
                </a:moveTo>
                <a:lnTo>
                  <a:pt x="22583" y="70369"/>
                </a:lnTo>
                <a:lnTo>
                  <a:pt x="22583" y="65812"/>
                </a:lnTo>
                <a:lnTo>
                  <a:pt x="27139" y="65812"/>
                </a:lnTo>
                <a:close/>
                <a:moveTo>
                  <a:pt x="27139" y="65570"/>
                </a:moveTo>
                <a:lnTo>
                  <a:pt x="22583" y="65570"/>
                </a:lnTo>
                <a:lnTo>
                  <a:pt x="22583" y="61013"/>
                </a:lnTo>
                <a:lnTo>
                  <a:pt x="27139" y="61013"/>
                </a:lnTo>
                <a:close/>
                <a:moveTo>
                  <a:pt x="27139" y="60771"/>
                </a:moveTo>
                <a:lnTo>
                  <a:pt x="22583" y="60771"/>
                </a:lnTo>
                <a:lnTo>
                  <a:pt x="22583" y="56174"/>
                </a:lnTo>
                <a:lnTo>
                  <a:pt x="27139" y="56174"/>
                </a:lnTo>
                <a:close/>
                <a:moveTo>
                  <a:pt x="27139" y="55932"/>
                </a:moveTo>
                <a:lnTo>
                  <a:pt x="22583" y="55932"/>
                </a:lnTo>
                <a:lnTo>
                  <a:pt x="22583" y="51375"/>
                </a:lnTo>
                <a:lnTo>
                  <a:pt x="27139" y="51375"/>
                </a:lnTo>
                <a:close/>
                <a:moveTo>
                  <a:pt x="27139" y="51133"/>
                </a:moveTo>
                <a:lnTo>
                  <a:pt x="22583" y="51133"/>
                </a:lnTo>
                <a:lnTo>
                  <a:pt x="22583" y="46577"/>
                </a:lnTo>
                <a:lnTo>
                  <a:pt x="27139" y="46577"/>
                </a:lnTo>
                <a:close/>
                <a:moveTo>
                  <a:pt x="27139" y="46335"/>
                </a:moveTo>
                <a:lnTo>
                  <a:pt x="22583" y="46335"/>
                </a:lnTo>
                <a:lnTo>
                  <a:pt x="22583" y="41737"/>
                </a:lnTo>
                <a:lnTo>
                  <a:pt x="27139" y="41737"/>
                </a:lnTo>
                <a:close/>
                <a:moveTo>
                  <a:pt x="27139" y="41495"/>
                </a:moveTo>
                <a:lnTo>
                  <a:pt x="22583" y="41495"/>
                </a:lnTo>
                <a:lnTo>
                  <a:pt x="22583" y="36939"/>
                </a:lnTo>
                <a:lnTo>
                  <a:pt x="27139" y="36939"/>
                </a:lnTo>
                <a:close/>
                <a:moveTo>
                  <a:pt x="27139" y="36697"/>
                </a:moveTo>
                <a:lnTo>
                  <a:pt x="22583" y="36697"/>
                </a:lnTo>
                <a:lnTo>
                  <a:pt x="22583" y="32140"/>
                </a:lnTo>
                <a:lnTo>
                  <a:pt x="27139" y="32140"/>
                </a:lnTo>
                <a:close/>
                <a:moveTo>
                  <a:pt x="27139" y="31898"/>
                </a:moveTo>
                <a:lnTo>
                  <a:pt x="22583" y="31898"/>
                </a:lnTo>
                <a:lnTo>
                  <a:pt x="22583" y="27301"/>
                </a:lnTo>
                <a:lnTo>
                  <a:pt x="27139" y="27301"/>
                </a:lnTo>
                <a:close/>
                <a:moveTo>
                  <a:pt x="27139" y="27059"/>
                </a:moveTo>
                <a:lnTo>
                  <a:pt x="22583" y="27059"/>
                </a:lnTo>
                <a:lnTo>
                  <a:pt x="22583" y="22502"/>
                </a:lnTo>
                <a:lnTo>
                  <a:pt x="27139" y="22502"/>
                </a:lnTo>
                <a:close/>
                <a:moveTo>
                  <a:pt x="27139" y="22260"/>
                </a:moveTo>
                <a:lnTo>
                  <a:pt x="22583" y="22260"/>
                </a:lnTo>
                <a:lnTo>
                  <a:pt x="22583" y="17703"/>
                </a:lnTo>
                <a:lnTo>
                  <a:pt x="27139" y="17703"/>
                </a:lnTo>
                <a:close/>
                <a:moveTo>
                  <a:pt x="27139" y="17461"/>
                </a:moveTo>
                <a:lnTo>
                  <a:pt x="22583" y="17461"/>
                </a:lnTo>
                <a:lnTo>
                  <a:pt x="22583" y="12864"/>
                </a:lnTo>
                <a:lnTo>
                  <a:pt x="27139" y="12864"/>
                </a:lnTo>
                <a:close/>
                <a:moveTo>
                  <a:pt x="27139" y="12622"/>
                </a:moveTo>
                <a:lnTo>
                  <a:pt x="22583" y="12622"/>
                </a:lnTo>
                <a:lnTo>
                  <a:pt x="22583" y="8065"/>
                </a:lnTo>
                <a:lnTo>
                  <a:pt x="27139" y="8065"/>
                </a:lnTo>
                <a:close/>
                <a:moveTo>
                  <a:pt x="31979" y="84806"/>
                </a:moveTo>
                <a:lnTo>
                  <a:pt x="27381" y="84806"/>
                </a:lnTo>
                <a:lnTo>
                  <a:pt x="27381" y="80249"/>
                </a:lnTo>
                <a:lnTo>
                  <a:pt x="31979" y="80249"/>
                </a:lnTo>
                <a:close/>
                <a:moveTo>
                  <a:pt x="31979" y="80007"/>
                </a:moveTo>
                <a:lnTo>
                  <a:pt x="27381" y="80007"/>
                </a:lnTo>
                <a:lnTo>
                  <a:pt x="27381" y="75410"/>
                </a:lnTo>
                <a:lnTo>
                  <a:pt x="31979" y="75410"/>
                </a:lnTo>
                <a:close/>
                <a:moveTo>
                  <a:pt x="31979" y="75168"/>
                </a:moveTo>
                <a:lnTo>
                  <a:pt x="27381" y="75168"/>
                </a:lnTo>
                <a:lnTo>
                  <a:pt x="27381" y="70611"/>
                </a:lnTo>
                <a:lnTo>
                  <a:pt x="31979" y="70611"/>
                </a:lnTo>
                <a:close/>
                <a:moveTo>
                  <a:pt x="31979" y="70369"/>
                </a:moveTo>
                <a:lnTo>
                  <a:pt x="27381" y="70369"/>
                </a:lnTo>
                <a:lnTo>
                  <a:pt x="27381" y="65812"/>
                </a:lnTo>
                <a:lnTo>
                  <a:pt x="31979" y="65812"/>
                </a:lnTo>
                <a:close/>
                <a:moveTo>
                  <a:pt x="31979" y="65570"/>
                </a:moveTo>
                <a:lnTo>
                  <a:pt x="27381" y="65570"/>
                </a:lnTo>
                <a:lnTo>
                  <a:pt x="27381" y="60973"/>
                </a:lnTo>
                <a:lnTo>
                  <a:pt x="31979" y="60973"/>
                </a:lnTo>
                <a:close/>
                <a:moveTo>
                  <a:pt x="31979" y="60731"/>
                </a:moveTo>
                <a:lnTo>
                  <a:pt x="27381" y="60731"/>
                </a:lnTo>
                <a:lnTo>
                  <a:pt x="27381" y="56174"/>
                </a:lnTo>
                <a:lnTo>
                  <a:pt x="31979" y="56174"/>
                </a:lnTo>
                <a:close/>
                <a:moveTo>
                  <a:pt x="31979" y="55932"/>
                </a:moveTo>
                <a:lnTo>
                  <a:pt x="27381" y="55932"/>
                </a:lnTo>
                <a:lnTo>
                  <a:pt x="27381" y="51375"/>
                </a:lnTo>
                <a:lnTo>
                  <a:pt x="31979" y="51375"/>
                </a:lnTo>
                <a:close/>
                <a:moveTo>
                  <a:pt x="31979" y="51133"/>
                </a:moveTo>
                <a:lnTo>
                  <a:pt x="27381" y="51133"/>
                </a:lnTo>
                <a:lnTo>
                  <a:pt x="27381" y="46536"/>
                </a:lnTo>
                <a:lnTo>
                  <a:pt x="31979" y="46536"/>
                </a:lnTo>
                <a:close/>
                <a:moveTo>
                  <a:pt x="31979" y="46294"/>
                </a:moveTo>
                <a:lnTo>
                  <a:pt x="27381" y="46294"/>
                </a:lnTo>
                <a:lnTo>
                  <a:pt x="27381" y="41737"/>
                </a:lnTo>
                <a:lnTo>
                  <a:pt x="31979" y="41737"/>
                </a:lnTo>
                <a:close/>
                <a:moveTo>
                  <a:pt x="31979" y="41495"/>
                </a:moveTo>
                <a:lnTo>
                  <a:pt x="27381" y="41495"/>
                </a:lnTo>
                <a:lnTo>
                  <a:pt x="27381" y="36898"/>
                </a:lnTo>
                <a:lnTo>
                  <a:pt x="31979" y="36898"/>
                </a:lnTo>
                <a:close/>
                <a:moveTo>
                  <a:pt x="31979" y="36656"/>
                </a:moveTo>
                <a:lnTo>
                  <a:pt x="27381" y="36656"/>
                </a:lnTo>
                <a:lnTo>
                  <a:pt x="27381" y="32099"/>
                </a:lnTo>
                <a:lnTo>
                  <a:pt x="31979" y="32099"/>
                </a:lnTo>
                <a:close/>
                <a:moveTo>
                  <a:pt x="31979" y="31858"/>
                </a:moveTo>
                <a:lnTo>
                  <a:pt x="27381" y="31858"/>
                </a:lnTo>
                <a:lnTo>
                  <a:pt x="27381" y="27301"/>
                </a:lnTo>
                <a:lnTo>
                  <a:pt x="31979" y="27301"/>
                </a:lnTo>
                <a:close/>
                <a:moveTo>
                  <a:pt x="31979" y="27059"/>
                </a:moveTo>
                <a:lnTo>
                  <a:pt x="27381" y="27059"/>
                </a:lnTo>
                <a:lnTo>
                  <a:pt x="27381" y="22462"/>
                </a:lnTo>
                <a:lnTo>
                  <a:pt x="31979" y="22462"/>
                </a:lnTo>
                <a:close/>
                <a:moveTo>
                  <a:pt x="31979" y="22220"/>
                </a:moveTo>
                <a:lnTo>
                  <a:pt x="27381" y="22220"/>
                </a:lnTo>
                <a:lnTo>
                  <a:pt x="27381" y="17663"/>
                </a:lnTo>
                <a:lnTo>
                  <a:pt x="31979" y="17663"/>
                </a:lnTo>
                <a:close/>
                <a:moveTo>
                  <a:pt x="31979" y="17421"/>
                </a:moveTo>
                <a:lnTo>
                  <a:pt x="27381" y="17421"/>
                </a:lnTo>
                <a:lnTo>
                  <a:pt x="27381" y="12864"/>
                </a:lnTo>
                <a:lnTo>
                  <a:pt x="31979" y="12864"/>
                </a:lnTo>
                <a:close/>
                <a:moveTo>
                  <a:pt x="31979" y="12622"/>
                </a:moveTo>
                <a:lnTo>
                  <a:pt x="27381" y="12622"/>
                </a:lnTo>
                <a:lnTo>
                  <a:pt x="27381" y="8025"/>
                </a:lnTo>
                <a:lnTo>
                  <a:pt x="31979" y="8025"/>
                </a:lnTo>
                <a:close/>
                <a:moveTo>
                  <a:pt x="36777" y="89604"/>
                </a:moveTo>
                <a:lnTo>
                  <a:pt x="32220" y="89604"/>
                </a:lnTo>
                <a:lnTo>
                  <a:pt x="32220" y="85007"/>
                </a:lnTo>
                <a:lnTo>
                  <a:pt x="36777" y="85007"/>
                </a:lnTo>
                <a:close/>
                <a:moveTo>
                  <a:pt x="36777" y="84765"/>
                </a:moveTo>
                <a:lnTo>
                  <a:pt x="32220" y="84765"/>
                </a:lnTo>
                <a:lnTo>
                  <a:pt x="32220" y="80208"/>
                </a:lnTo>
                <a:lnTo>
                  <a:pt x="36777" y="80208"/>
                </a:lnTo>
                <a:close/>
                <a:moveTo>
                  <a:pt x="36777" y="79966"/>
                </a:moveTo>
                <a:lnTo>
                  <a:pt x="32220" y="79966"/>
                </a:lnTo>
                <a:lnTo>
                  <a:pt x="32220" y="75410"/>
                </a:lnTo>
                <a:lnTo>
                  <a:pt x="36777" y="75410"/>
                </a:lnTo>
                <a:close/>
                <a:moveTo>
                  <a:pt x="36777" y="75168"/>
                </a:moveTo>
                <a:lnTo>
                  <a:pt x="32220" y="75168"/>
                </a:lnTo>
                <a:lnTo>
                  <a:pt x="32220" y="70570"/>
                </a:lnTo>
                <a:lnTo>
                  <a:pt x="36777" y="70570"/>
                </a:lnTo>
                <a:close/>
                <a:moveTo>
                  <a:pt x="36777" y="70329"/>
                </a:moveTo>
                <a:lnTo>
                  <a:pt x="32220" y="70329"/>
                </a:lnTo>
                <a:lnTo>
                  <a:pt x="32220" y="65772"/>
                </a:lnTo>
                <a:lnTo>
                  <a:pt x="36777" y="65772"/>
                </a:lnTo>
                <a:close/>
                <a:moveTo>
                  <a:pt x="36777" y="65530"/>
                </a:moveTo>
                <a:lnTo>
                  <a:pt x="32220" y="65530"/>
                </a:lnTo>
                <a:lnTo>
                  <a:pt x="32220" y="60973"/>
                </a:lnTo>
                <a:lnTo>
                  <a:pt x="36777" y="60973"/>
                </a:lnTo>
                <a:close/>
                <a:moveTo>
                  <a:pt x="36777" y="60731"/>
                </a:moveTo>
                <a:lnTo>
                  <a:pt x="32220" y="60731"/>
                </a:lnTo>
                <a:lnTo>
                  <a:pt x="32220" y="56134"/>
                </a:lnTo>
                <a:lnTo>
                  <a:pt x="36777" y="56134"/>
                </a:lnTo>
                <a:close/>
                <a:moveTo>
                  <a:pt x="36777" y="55892"/>
                </a:moveTo>
                <a:lnTo>
                  <a:pt x="32220" y="55892"/>
                </a:lnTo>
                <a:lnTo>
                  <a:pt x="32220" y="51335"/>
                </a:lnTo>
                <a:lnTo>
                  <a:pt x="36777" y="51335"/>
                </a:lnTo>
                <a:close/>
                <a:moveTo>
                  <a:pt x="36777" y="51093"/>
                </a:moveTo>
                <a:lnTo>
                  <a:pt x="32220" y="51093"/>
                </a:lnTo>
                <a:lnTo>
                  <a:pt x="32220" y="46536"/>
                </a:lnTo>
                <a:lnTo>
                  <a:pt x="36777" y="46536"/>
                </a:lnTo>
                <a:close/>
                <a:moveTo>
                  <a:pt x="36777" y="46294"/>
                </a:moveTo>
                <a:lnTo>
                  <a:pt x="32220" y="46294"/>
                </a:lnTo>
                <a:lnTo>
                  <a:pt x="32220" y="41697"/>
                </a:lnTo>
                <a:lnTo>
                  <a:pt x="36777" y="41697"/>
                </a:lnTo>
                <a:close/>
                <a:moveTo>
                  <a:pt x="36777" y="41455"/>
                </a:moveTo>
                <a:lnTo>
                  <a:pt x="32220" y="41455"/>
                </a:lnTo>
                <a:lnTo>
                  <a:pt x="32220" y="36898"/>
                </a:lnTo>
                <a:lnTo>
                  <a:pt x="36777" y="36898"/>
                </a:lnTo>
                <a:close/>
                <a:moveTo>
                  <a:pt x="36777" y="36656"/>
                </a:moveTo>
                <a:lnTo>
                  <a:pt x="32220" y="36656"/>
                </a:lnTo>
                <a:lnTo>
                  <a:pt x="32220" y="32059"/>
                </a:lnTo>
                <a:lnTo>
                  <a:pt x="36777" y="32059"/>
                </a:lnTo>
                <a:close/>
                <a:moveTo>
                  <a:pt x="36777" y="31817"/>
                </a:moveTo>
                <a:lnTo>
                  <a:pt x="32220" y="31817"/>
                </a:lnTo>
                <a:lnTo>
                  <a:pt x="32220" y="27260"/>
                </a:lnTo>
                <a:lnTo>
                  <a:pt x="36777" y="27260"/>
                </a:lnTo>
                <a:close/>
                <a:moveTo>
                  <a:pt x="36777" y="27018"/>
                </a:moveTo>
                <a:lnTo>
                  <a:pt x="32220" y="27018"/>
                </a:lnTo>
                <a:lnTo>
                  <a:pt x="32220" y="22462"/>
                </a:lnTo>
                <a:lnTo>
                  <a:pt x="36777" y="22462"/>
                </a:lnTo>
                <a:close/>
                <a:moveTo>
                  <a:pt x="36777" y="22220"/>
                </a:moveTo>
                <a:lnTo>
                  <a:pt x="32220" y="22220"/>
                </a:lnTo>
                <a:lnTo>
                  <a:pt x="32220" y="17622"/>
                </a:lnTo>
                <a:lnTo>
                  <a:pt x="36777" y="17622"/>
                </a:lnTo>
                <a:close/>
                <a:moveTo>
                  <a:pt x="36777" y="17380"/>
                </a:moveTo>
                <a:lnTo>
                  <a:pt x="32220" y="17380"/>
                </a:lnTo>
                <a:lnTo>
                  <a:pt x="32220" y="12824"/>
                </a:lnTo>
                <a:lnTo>
                  <a:pt x="36777" y="12824"/>
                </a:lnTo>
                <a:close/>
                <a:moveTo>
                  <a:pt x="36777" y="12582"/>
                </a:moveTo>
                <a:lnTo>
                  <a:pt x="32220" y="12582"/>
                </a:lnTo>
                <a:lnTo>
                  <a:pt x="32220" y="8025"/>
                </a:lnTo>
                <a:lnTo>
                  <a:pt x="36777" y="8025"/>
                </a:lnTo>
                <a:close/>
                <a:moveTo>
                  <a:pt x="36777" y="7783"/>
                </a:moveTo>
                <a:lnTo>
                  <a:pt x="32220" y="7783"/>
                </a:lnTo>
                <a:lnTo>
                  <a:pt x="32220" y="3307"/>
                </a:lnTo>
                <a:lnTo>
                  <a:pt x="36777" y="3307"/>
                </a:lnTo>
                <a:lnTo>
                  <a:pt x="36777" y="7904"/>
                </a:lnTo>
                <a:close/>
                <a:moveTo>
                  <a:pt x="41616" y="89564"/>
                </a:moveTo>
                <a:lnTo>
                  <a:pt x="37019" y="89564"/>
                </a:lnTo>
                <a:lnTo>
                  <a:pt x="37019" y="85007"/>
                </a:lnTo>
                <a:lnTo>
                  <a:pt x="41616" y="85007"/>
                </a:lnTo>
                <a:close/>
                <a:moveTo>
                  <a:pt x="41616" y="84765"/>
                </a:moveTo>
                <a:lnTo>
                  <a:pt x="37019" y="84765"/>
                </a:lnTo>
                <a:lnTo>
                  <a:pt x="37019" y="80168"/>
                </a:lnTo>
                <a:lnTo>
                  <a:pt x="41616" y="80168"/>
                </a:lnTo>
                <a:close/>
                <a:moveTo>
                  <a:pt x="41616" y="79926"/>
                </a:moveTo>
                <a:lnTo>
                  <a:pt x="37019" y="79926"/>
                </a:lnTo>
                <a:lnTo>
                  <a:pt x="37019" y="75369"/>
                </a:lnTo>
                <a:lnTo>
                  <a:pt x="41616" y="75369"/>
                </a:lnTo>
                <a:close/>
                <a:moveTo>
                  <a:pt x="41616" y="75127"/>
                </a:moveTo>
                <a:lnTo>
                  <a:pt x="37019" y="75127"/>
                </a:lnTo>
                <a:lnTo>
                  <a:pt x="37019" y="70570"/>
                </a:lnTo>
                <a:lnTo>
                  <a:pt x="41616" y="70570"/>
                </a:lnTo>
                <a:close/>
                <a:moveTo>
                  <a:pt x="41616" y="70329"/>
                </a:moveTo>
                <a:lnTo>
                  <a:pt x="37019" y="70329"/>
                </a:lnTo>
                <a:lnTo>
                  <a:pt x="37019" y="65731"/>
                </a:lnTo>
                <a:lnTo>
                  <a:pt x="41616" y="65731"/>
                </a:lnTo>
                <a:close/>
                <a:moveTo>
                  <a:pt x="41616" y="65489"/>
                </a:moveTo>
                <a:lnTo>
                  <a:pt x="37019" y="65489"/>
                </a:lnTo>
                <a:lnTo>
                  <a:pt x="37019" y="60933"/>
                </a:lnTo>
                <a:lnTo>
                  <a:pt x="41616" y="60933"/>
                </a:lnTo>
                <a:close/>
                <a:moveTo>
                  <a:pt x="41616" y="60691"/>
                </a:moveTo>
                <a:lnTo>
                  <a:pt x="37019" y="60691"/>
                </a:lnTo>
                <a:lnTo>
                  <a:pt x="37019" y="56134"/>
                </a:lnTo>
                <a:lnTo>
                  <a:pt x="41616" y="56134"/>
                </a:lnTo>
                <a:close/>
                <a:moveTo>
                  <a:pt x="41616" y="55892"/>
                </a:moveTo>
                <a:lnTo>
                  <a:pt x="37019" y="55892"/>
                </a:lnTo>
                <a:lnTo>
                  <a:pt x="37019" y="51295"/>
                </a:lnTo>
                <a:lnTo>
                  <a:pt x="41616" y="51295"/>
                </a:lnTo>
                <a:close/>
                <a:moveTo>
                  <a:pt x="41616" y="51053"/>
                </a:moveTo>
                <a:lnTo>
                  <a:pt x="37019" y="51053"/>
                </a:lnTo>
                <a:lnTo>
                  <a:pt x="37019" y="46496"/>
                </a:lnTo>
                <a:lnTo>
                  <a:pt x="41616" y="46496"/>
                </a:lnTo>
                <a:close/>
                <a:moveTo>
                  <a:pt x="41616" y="46254"/>
                </a:moveTo>
                <a:lnTo>
                  <a:pt x="37019" y="46254"/>
                </a:lnTo>
                <a:lnTo>
                  <a:pt x="37019" y="41697"/>
                </a:lnTo>
                <a:lnTo>
                  <a:pt x="41616" y="41697"/>
                </a:lnTo>
                <a:close/>
                <a:moveTo>
                  <a:pt x="41616" y="41455"/>
                </a:moveTo>
                <a:lnTo>
                  <a:pt x="37019" y="41455"/>
                </a:lnTo>
                <a:lnTo>
                  <a:pt x="37019" y="36858"/>
                </a:lnTo>
                <a:lnTo>
                  <a:pt x="41616" y="36858"/>
                </a:lnTo>
                <a:close/>
                <a:moveTo>
                  <a:pt x="41616" y="36616"/>
                </a:moveTo>
                <a:lnTo>
                  <a:pt x="37019" y="36616"/>
                </a:lnTo>
                <a:lnTo>
                  <a:pt x="37019" y="32059"/>
                </a:lnTo>
                <a:lnTo>
                  <a:pt x="41616" y="32059"/>
                </a:lnTo>
                <a:close/>
                <a:moveTo>
                  <a:pt x="41616" y="31817"/>
                </a:moveTo>
                <a:lnTo>
                  <a:pt x="37019" y="31817"/>
                </a:lnTo>
                <a:lnTo>
                  <a:pt x="37019" y="27220"/>
                </a:lnTo>
                <a:lnTo>
                  <a:pt x="41616" y="27220"/>
                </a:lnTo>
                <a:close/>
                <a:moveTo>
                  <a:pt x="41616" y="26978"/>
                </a:moveTo>
                <a:lnTo>
                  <a:pt x="37019" y="26978"/>
                </a:lnTo>
                <a:lnTo>
                  <a:pt x="37019" y="22421"/>
                </a:lnTo>
                <a:lnTo>
                  <a:pt x="41616" y="22421"/>
                </a:lnTo>
                <a:close/>
                <a:moveTo>
                  <a:pt x="41616" y="22179"/>
                </a:moveTo>
                <a:lnTo>
                  <a:pt x="37019" y="22179"/>
                </a:lnTo>
                <a:lnTo>
                  <a:pt x="37019" y="17622"/>
                </a:lnTo>
                <a:lnTo>
                  <a:pt x="41616" y="17622"/>
                </a:lnTo>
                <a:close/>
                <a:moveTo>
                  <a:pt x="41616" y="17380"/>
                </a:moveTo>
                <a:lnTo>
                  <a:pt x="37019" y="17380"/>
                </a:lnTo>
                <a:lnTo>
                  <a:pt x="37019" y="12783"/>
                </a:lnTo>
                <a:lnTo>
                  <a:pt x="41616" y="12783"/>
                </a:lnTo>
                <a:close/>
                <a:moveTo>
                  <a:pt x="41616" y="12541"/>
                </a:moveTo>
                <a:lnTo>
                  <a:pt x="37019" y="12541"/>
                </a:lnTo>
                <a:lnTo>
                  <a:pt x="37019" y="7985"/>
                </a:lnTo>
                <a:lnTo>
                  <a:pt x="41616" y="7985"/>
                </a:lnTo>
                <a:close/>
                <a:moveTo>
                  <a:pt x="41616" y="7743"/>
                </a:moveTo>
                <a:lnTo>
                  <a:pt x="37019" y="7743"/>
                </a:lnTo>
                <a:lnTo>
                  <a:pt x="37019" y="3307"/>
                </a:lnTo>
                <a:lnTo>
                  <a:pt x="41616" y="3307"/>
                </a:lnTo>
                <a:lnTo>
                  <a:pt x="41616" y="7904"/>
                </a:lnTo>
                <a:close/>
                <a:moveTo>
                  <a:pt x="46415" y="89564"/>
                </a:moveTo>
                <a:lnTo>
                  <a:pt x="41858" y="89564"/>
                </a:lnTo>
                <a:lnTo>
                  <a:pt x="41858" y="84967"/>
                </a:lnTo>
                <a:lnTo>
                  <a:pt x="46415" y="84967"/>
                </a:lnTo>
                <a:close/>
                <a:moveTo>
                  <a:pt x="46415" y="84725"/>
                </a:moveTo>
                <a:lnTo>
                  <a:pt x="41858" y="84725"/>
                </a:lnTo>
                <a:lnTo>
                  <a:pt x="41858" y="80168"/>
                </a:lnTo>
                <a:lnTo>
                  <a:pt x="46415" y="80168"/>
                </a:lnTo>
                <a:close/>
                <a:moveTo>
                  <a:pt x="46415" y="79926"/>
                </a:moveTo>
                <a:lnTo>
                  <a:pt x="41858" y="79926"/>
                </a:lnTo>
                <a:lnTo>
                  <a:pt x="41858" y="75329"/>
                </a:lnTo>
                <a:lnTo>
                  <a:pt x="46415" y="75329"/>
                </a:lnTo>
                <a:close/>
                <a:moveTo>
                  <a:pt x="46415" y="75087"/>
                </a:moveTo>
                <a:lnTo>
                  <a:pt x="41858" y="75087"/>
                </a:lnTo>
                <a:lnTo>
                  <a:pt x="41858" y="70530"/>
                </a:lnTo>
                <a:lnTo>
                  <a:pt x="46415" y="70530"/>
                </a:lnTo>
                <a:close/>
                <a:moveTo>
                  <a:pt x="46415" y="70288"/>
                </a:moveTo>
                <a:lnTo>
                  <a:pt x="41858" y="70288"/>
                </a:lnTo>
                <a:lnTo>
                  <a:pt x="41858" y="65731"/>
                </a:lnTo>
                <a:lnTo>
                  <a:pt x="46415" y="65731"/>
                </a:lnTo>
                <a:close/>
                <a:moveTo>
                  <a:pt x="46415" y="65489"/>
                </a:moveTo>
                <a:lnTo>
                  <a:pt x="41858" y="65489"/>
                </a:lnTo>
                <a:lnTo>
                  <a:pt x="41858" y="60892"/>
                </a:lnTo>
                <a:lnTo>
                  <a:pt x="46415" y="60892"/>
                </a:lnTo>
                <a:close/>
                <a:moveTo>
                  <a:pt x="46415" y="60650"/>
                </a:moveTo>
                <a:lnTo>
                  <a:pt x="41858" y="60650"/>
                </a:lnTo>
                <a:lnTo>
                  <a:pt x="41858" y="56093"/>
                </a:lnTo>
                <a:lnTo>
                  <a:pt x="46415" y="56093"/>
                </a:lnTo>
                <a:close/>
                <a:moveTo>
                  <a:pt x="46415" y="55851"/>
                </a:moveTo>
                <a:lnTo>
                  <a:pt x="41858" y="55851"/>
                </a:lnTo>
                <a:lnTo>
                  <a:pt x="41858" y="51295"/>
                </a:lnTo>
                <a:lnTo>
                  <a:pt x="46415" y="51295"/>
                </a:lnTo>
                <a:close/>
                <a:moveTo>
                  <a:pt x="46415" y="51053"/>
                </a:moveTo>
                <a:lnTo>
                  <a:pt x="41858" y="51053"/>
                </a:lnTo>
                <a:lnTo>
                  <a:pt x="41858" y="46456"/>
                </a:lnTo>
                <a:lnTo>
                  <a:pt x="46415" y="46456"/>
                </a:lnTo>
                <a:close/>
                <a:moveTo>
                  <a:pt x="46415" y="46214"/>
                </a:moveTo>
                <a:lnTo>
                  <a:pt x="41858" y="46214"/>
                </a:lnTo>
                <a:lnTo>
                  <a:pt x="41858" y="41657"/>
                </a:lnTo>
                <a:lnTo>
                  <a:pt x="46415" y="41657"/>
                </a:lnTo>
                <a:close/>
                <a:moveTo>
                  <a:pt x="46415" y="41415"/>
                </a:moveTo>
                <a:lnTo>
                  <a:pt x="41858" y="41415"/>
                </a:lnTo>
                <a:lnTo>
                  <a:pt x="41858" y="36858"/>
                </a:lnTo>
                <a:lnTo>
                  <a:pt x="46415" y="36858"/>
                </a:lnTo>
                <a:close/>
                <a:moveTo>
                  <a:pt x="46415" y="36616"/>
                </a:moveTo>
                <a:lnTo>
                  <a:pt x="41858" y="36616"/>
                </a:lnTo>
                <a:lnTo>
                  <a:pt x="41858" y="32019"/>
                </a:lnTo>
                <a:lnTo>
                  <a:pt x="46415" y="32019"/>
                </a:lnTo>
                <a:close/>
                <a:moveTo>
                  <a:pt x="46415" y="31777"/>
                </a:moveTo>
                <a:lnTo>
                  <a:pt x="41858" y="31777"/>
                </a:lnTo>
                <a:lnTo>
                  <a:pt x="41858" y="27220"/>
                </a:lnTo>
                <a:lnTo>
                  <a:pt x="46415" y="27220"/>
                </a:lnTo>
                <a:close/>
                <a:moveTo>
                  <a:pt x="46415" y="26978"/>
                </a:moveTo>
                <a:lnTo>
                  <a:pt x="41858" y="26978"/>
                </a:lnTo>
                <a:lnTo>
                  <a:pt x="41858" y="22381"/>
                </a:lnTo>
                <a:lnTo>
                  <a:pt x="46415" y="22381"/>
                </a:lnTo>
                <a:close/>
                <a:moveTo>
                  <a:pt x="46415" y="22139"/>
                </a:moveTo>
                <a:lnTo>
                  <a:pt x="41858" y="22139"/>
                </a:lnTo>
                <a:lnTo>
                  <a:pt x="41858" y="17582"/>
                </a:lnTo>
                <a:lnTo>
                  <a:pt x="46415" y="17582"/>
                </a:lnTo>
                <a:close/>
                <a:moveTo>
                  <a:pt x="46415" y="17340"/>
                </a:moveTo>
                <a:lnTo>
                  <a:pt x="41858" y="17340"/>
                </a:lnTo>
                <a:lnTo>
                  <a:pt x="41858" y="12783"/>
                </a:lnTo>
                <a:lnTo>
                  <a:pt x="46415" y="12783"/>
                </a:lnTo>
                <a:close/>
                <a:moveTo>
                  <a:pt x="46415" y="12541"/>
                </a:moveTo>
                <a:lnTo>
                  <a:pt x="41858" y="12541"/>
                </a:lnTo>
                <a:lnTo>
                  <a:pt x="41858" y="7944"/>
                </a:lnTo>
                <a:lnTo>
                  <a:pt x="46415" y="7944"/>
                </a:lnTo>
                <a:close/>
                <a:moveTo>
                  <a:pt x="46415" y="7702"/>
                </a:moveTo>
                <a:lnTo>
                  <a:pt x="41858" y="7702"/>
                </a:lnTo>
                <a:lnTo>
                  <a:pt x="41858" y="3307"/>
                </a:lnTo>
                <a:lnTo>
                  <a:pt x="46415" y="3307"/>
                </a:lnTo>
                <a:lnTo>
                  <a:pt x="46415" y="7904"/>
                </a:lnTo>
                <a:close/>
                <a:moveTo>
                  <a:pt x="51214" y="89524"/>
                </a:moveTo>
                <a:lnTo>
                  <a:pt x="46657" y="89524"/>
                </a:lnTo>
                <a:lnTo>
                  <a:pt x="46657" y="84967"/>
                </a:lnTo>
                <a:lnTo>
                  <a:pt x="51214" y="84967"/>
                </a:lnTo>
                <a:close/>
                <a:moveTo>
                  <a:pt x="51214" y="84685"/>
                </a:moveTo>
                <a:lnTo>
                  <a:pt x="46657" y="84685"/>
                </a:lnTo>
                <a:lnTo>
                  <a:pt x="46657" y="80128"/>
                </a:lnTo>
                <a:lnTo>
                  <a:pt x="51214" y="80128"/>
                </a:lnTo>
                <a:close/>
                <a:moveTo>
                  <a:pt x="51214" y="79886"/>
                </a:moveTo>
                <a:lnTo>
                  <a:pt x="46657" y="79886"/>
                </a:lnTo>
                <a:lnTo>
                  <a:pt x="46657" y="75329"/>
                </a:lnTo>
                <a:lnTo>
                  <a:pt x="51214" y="75329"/>
                </a:lnTo>
                <a:close/>
                <a:moveTo>
                  <a:pt x="51214" y="75087"/>
                </a:moveTo>
                <a:lnTo>
                  <a:pt x="46657" y="75087"/>
                </a:lnTo>
                <a:lnTo>
                  <a:pt x="46657" y="70490"/>
                </a:lnTo>
                <a:lnTo>
                  <a:pt x="51214" y="70490"/>
                </a:lnTo>
                <a:close/>
                <a:moveTo>
                  <a:pt x="51214" y="70248"/>
                </a:moveTo>
                <a:lnTo>
                  <a:pt x="46657" y="70248"/>
                </a:lnTo>
                <a:lnTo>
                  <a:pt x="46657" y="65691"/>
                </a:lnTo>
                <a:lnTo>
                  <a:pt x="51214" y="65691"/>
                </a:lnTo>
                <a:close/>
                <a:moveTo>
                  <a:pt x="51214" y="65449"/>
                </a:moveTo>
                <a:lnTo>
                  <a:pt x="46657" y="65449"/>
                </a:lnTo>
                <a:lnTo>
                  <a:pt x="46657" y="60892"/>
                </a:lnTo>
                <a:lnTo>
                  <a:pt x="51214" y="60892"/>
                </a:lnTo>
                <a:close/>
                <a:moveTo>
                  <a:pt x="51214" y="60650"/>
                </a:moveTo>
                <a:lnTo>
                  <a:pt x="46657" y="60650"/>
                </a:lnTo>
                <a:lnTo>
                  <a:pt x="46657" y="56053"/>
                </a:lnTo>
                <a:lnTo>
                  <a:pt x="51214" y="56053"/>
                </a:lnTo>
                <a:close/>
                <a:moveTo>
                  <a:pt x="51214" y="55811"/>
                </a:moveTo>
                <a:lnTo>
                  <a:pt x="46657" y="55811"/>
                </a:lnTo>
                <a:lnTo>
                  <a:pt x="46657" y="51254"/>
                </a:lnTo>
                <a:lnTo>
                  <a:pt x="51214" y="51254"/>
                </a:lnTo>
                <a:close/>
                <a:moveTo>
                  <a:pt x="51214" y="51012"/>
                </a:moveTo>
                <a:lnTo>
                  <a:pt x="46657" y="51012"/>
                </a:lnTo>
                <a:lnTo>
                  <a:pt x="46657" y="46456"/>
                </a:lnTo>
                <a:lnTo>
                  <a:pt x="51214" y="46456"/>
                </a:lnTo>
                <a:close/>
                <a:moveTo>
                  <a:pt x="51214" y="46214"/>
                </a:moveTo>
                <a:lnTo>
                  <a:pt x="46657" y="46214"/>
                </a:lnTo>
                <a:lnTo>
                  <a:pt x="46657" y="41616"/>
                </a:lnTo>
                <a:lnTo>
                  <a:pt x="51214" y="41616"/>
                </a:lnTo>
                <a:close/>
                <a:moveTo>
                  <a:pt x="51214" y="41374"/>
                </a:moveTo>
                <a:lnTo>
                  <a:pt x="46657" y="41374"/>
                </a:lnTo>
                <a:lnTo>
                  <a:pt x="46657" y="36818"/>
                </a:lnTo>
                <a:lnTo>
                  <a:pt x="51214" y="36818"/>
                </a:lnTo>
                <a:close/>
                <a:moveTo>
                  <a:pt x="51214" y="36576"/>
                </a:moveTo>
                <a:lnTo>
                  <a:pt x="46657" y="36576"/>
                </a:lnTo>
                <a:lnTo>
                  <a:pt x="46657" y="32019"/>
                </a:lnTo>
                <a:lnTo>
                  <a:pt x="51214" y="32019"/>
                </a:lnTo>
                <a:close/>
                <a:moveTo>
                  <a:pt x="51214" y="31777"/>
                </a:moveTo>
                <a:lnTo>
                  <a:pt x="46657" y="31777"/>
                </a:lnTo>
                <a:lnTo>
                  <a:pt x="46657" y="27180"/>
                </a:lnTo>
                <a:lnTo>
                  <a:pt x="51214" y="27180"/>
                </a:lnTo>
                <a:close/>
                <a:moveTo>
                  <a:pt x="51214" y="26938"/>
                </a:moveTo>
                <a:lnTo>
                  <a:pt x="46657" y="26938"/>
                </a:lnTo>
                <a:lnTo>
                  <a:pt x="46657" y="22381"/>
                </a:lnTo>
                <a:lnTo>
                  <a:pt x="51214" y="22381"/>
                </a:lnTo>
                <a:close/>
                <a:moveTo>
                  <a:pt x="51214" y="22139"/>
                </a:moveTo>
                <a:lnTo>
                  <a:pt x="46657" y="22139"/>
                </a:lnTo>
                <a:lnTo>
                  <a:pt x="46657" y="17582"/>
                </a:lnTo>
                <a:lnTo>
                  <a:pt x="51214" y="17582"/>
                </a:lnTo>
                <a:close/>
                <a:moveTo>
                  <a:pt x="51214" y="17340"/>
                </a:moveTo>
                <a:lnTo>
                  <a:pt x="46657" y="17340"/>
                </a:lnTo>
                <a:lnTo>
                  <a:pt x="46657" y="12743"/>
                </a:lnTo>
                <a:lnTo>
                  <a:pt x="51214" y="12743"/>
                </a:lnTo>
                <a:close/>
                <a:moveTo>
                  <a:pt x="51214" y="12501"/>
                </a:moveTo>
                <a:lnTo>
                  <a:pt x="46657" y="12501"/>
                </a:lnTo>
                <a:lnTo>
                  <a:pt x="46657" y="7944"/>
                </a:lnTo>
                <a:lnTo>
                  <a:pt x="51214" y="7944"/>
                </a:lnTo>
                <a:close/>
                <a:moveTo>
                  <a:pt x="51214" y="7702"/>
                </a:moveTo>
                <a:lnTo>
                  <a:pt x="46657" y="7702"/>
                </a:lnTo>
                <a:lnTo>
                  <a:pt x="46657" y="3307"/>
                </a:lnTo>
                <a:lnTo>
                  <a:pt x="51214" y="3307"/>
                </a:lnTo>
                <a:lnTo>
                  <a:pt x="51214" y="7904"/>
                </a:lnTo>
                <a:close/>
                <a:moveTo>
                  <a:pt x="56053" y="89483"/>
                </a:moveTo>
                <a:lnTo>
                  <a:pt x="51456" y="89483"/>
                </a:lnTo>
                <a:lnTo>
                  <a:pt x="51456" y="84927"/>
                </a:lnTo>
                <a:lnTo>
                  <a:pt x="56053" y="84927"/>
                </a:lnTo>
                <a:close/>
                <a:moveTo>
                  <a:pt x="56053" y="84685"/>
                </a:moveTo>
                <a:lnTo>
                  <a:pt x="51456" y="84685"/>
                </a:lnTo>
                <a:lnTo>
                  <a:pt x="51456" y="80087"/>
                </a:lnTo>
                <a:lnTo>
                  <a:pt x="56053" y="80087"/>
                </a:lnTo>
                <a:close/>
                <a:moveTo>
                  <a:pt x="56053" y="79845"/>
                </a:moveTo>
                <a:lnTo>
                  <a:pt x="51456" y="79845"/>
                </a:lnTo>
                <a:lnTo>
                  <a:pt x="51456" y="75289"/>
                </a:lnTo>
                <a:lnTo>
                  <a:pt x="56053" y="75289"/>
                </a:lnTo>
                <a:close/>
                <a:moveTo>
                  <a:pt x="56053" y="75047"/>
                </a:moveTo>
                <a:lnTo>
                  <a:pt x="51456" y="75047"/>
                </a:lnTo>
                <a:lnTo>
                  <a:pt x="51456" y="70490"/>
                </a:lnTo>
                <a:lnTo>
                  <a:pt x="56053" y="70490"/>
                </a:lnTo>
                <a:close/>
                <a:moveTo>
                  <a:pt x="56053" y="70248"/>
                </a:moveTo>
                <a:lnTo>
                  <a:pt x="51456" y="70248"/>
                </a:lnTo>
                <a:lnTo>
                  <a:pt x="51456" y="65651"/>
                </a:lnTo>
                <a:lnTo>
                  <a:pt x="56053" y="65651"/>
                </a:lnTo>
                <a:close/>
                <a:moveTo>
                  <a:pt x="56053" y="65409"/>
                </a:moveTo>
                <a:lnTo>
                  <a:pt x="51456" y="65409"/>
                </a:lnTo>
                <a:lnTo>
                  <a:pt x="51456" y="60852"/>
                </a:lnTo>
                <a:lnTo>
                  <a:pt x="56053" y="60852"/>
                </a:lnTo>
                <a:close/>
                <a:moveTo>
                  <a:pt x="56053" y="60610"/>
                </a:moveTo>
                <a:lnTo>
                  <a:pt x="51456" y="60610"/>
                </a:lnTo>
                <a:lnTo>
                  <a:pt x="51456" y="56053"/>
                </a:lnTo>
                <a:lnTo>
                  <a:pt x="56053" y="56053"/>
                </a:lnTo>
                <a:close/>
                <a:moveTo>
                  <a:pt x="56053" y="55811"/>
                </a:moveTo>
                <a:lnTo>
                  <a:pt x="51456" y="55811"/>
                </a:lnTo>
                <a:lnTo>
                  <a:pt x="51456" y="51214"/>
                </a:lnTo>
                <a:lnTo>
                  <a:pt x="56053" y="51214"/>
                </a:lnTo>
                <a:close/>
                <a:moveTo>
                  <a:pt x="56053" y="50972"/>
                </a:moveTo>
                <a:lnTo>
                  <a:pt x="51456" y="50972"/>
                </a:lnTo>
                <a:lnTo>
                  <a:pt x="51456" y="46415"/>
                </a:lnTo>
                <a:lnTo>
                  <a:pt x="56053" y="46415"/>
                </a:lnTo>
                <a:close/>
                <a:moveTo>
                  <a:pt x="56053" y="46173"/>
                </a:moveTo>
                <a:lnTo>
                  <a:pt x="51456" y="46173"/>
                </a:lnTo>
                <a:lnTo>
                  <a:pt x="51456" y="41616"/>
                </a:lnTo>
                <a:lnTo>
                  <a:pt x="56053" y="41616"/>
                </a:lnTo>
                <a:close/>
                <a:moveTo>
                  <a:pt x="56053" y="41374"/>
                </a:moveTo>
                <a:lnTo>
                  <a:pt x="51456" y="41374"/>
                </a:lnTo>
                <a:lnTo>
                  <a:pt x="51456" y="36777"/>
                </a:lnTo>
                <a:lnTo>
                  <a:pt x="56053" y="36777"/>
                </a:lnTo>
                <a:close/>
                <a:moveTo>
                  <a:pt x="56053" y="36535"/>
                </a:moveTo>
                <a:lnTo>
                  <a:pt x="51456" y="36535"/>
                </a:lnTo>
                <a:lnTo>
                  <a:pt x="51456" y="31978"/>
                </a:lnTo>
                <a:lnTo>
                  <a:pt x="56053" y="31978"/>
                </a:lnTo>
                <a:close/>
                <a:moveTo>
                  <a:pt x="56053" y="31737"/>
                </a:moveTo>
                <a:lnTo>
                  <a:pt x="51456" y="31737"/>
                </a:lnTo>
                <a:lnTo>
                  <a:pt x="51456" y="27180"/>
                </a:lnTo>
                <a:lnTo>
                  <a:pt x="56053" y="27180"/>
                </a:lnTo>
                <a:close/>
                <a:moveTo>
                  <a:pt x="56053" y="26938"/>
                </a:moveTo>
                <a:lnTo>
                  <a:pt x="51456" y="26938"/>
                </a:lnTo>
                <a:lnTo>
                  <a:pt x="51456" y="22341"/>
                </a:lnTo>
                <a:lnTo>
                  <a:pt x="56053" y="22341"/>
                </a:lnTo>
                <a:close/>
                <a:moveTo>
                  <a:pt x="56053" y="22099"/>
                </a:moveTo>
                <a:lnTo>
                  <a:pt x="51456" y="22099"/>
                </a:lnTo>
                <a:lnTo>
                  <a:pt x="51456" y="17542"/>
                </a:lnTo>
                <a:lnTo>
                  <a:pt x="56053" y="17542"/>
                </a:lnTo>
                <a:close/>
                <a:moveTo>
                  <a:pt x="56053" y="17300"/>
                </a:moveTo>
                <a:lnTo>
                  <a:pt x="51456" y="17300"/>
                </a:lnTo>
                <a:lnTo>
                  <a:pt x="51456" y="12743"/>
                </a:lnTo>
                <a:lnTo>
                  <a:pt x="56053" y="12743"/>
                </a:lnTo>
                <a:close/>
                <a:moveTo>
                  <a:pt x="56053" y="12501"/>
                </a:moveTo>
                <a:lnTo>
                  <a:pt x="51456" y="12501"/>
                </a:lnTo>
                <a:lnTo>
                  <a:pt x="51456" y="7904"/>
                </a:lnTo>
                <a:lnTo>
                  <a:pt x="56053" y="7904"/>
                </a:lnTo>
                <a:close/>
                <a:moveTo>
                  <a:pt x="56053" y="7662"/>
                </a:moveTo>
                <a:lnTo>
                  <a:pt x="51456" y="7662"/>
                </a:lnTo>
                <a:lnTo>
                  <a:pt x="51456" y="3307"/>
                </a:lnTo>
                <a:lnTo>
                  <a:pt x="56053" y="3307"/>
                </a:lnTo>
                <a:lnTo>
                  <a:pt x="56053" y="7904"/>
                </a:lnTo>
                <a:close/>
                <a:moveTo>
                  <a:pt x="60852" y="89483"/>
                </a:moveTo>
                <a:lnTo>
                  <a:pt x="56295" y="89483"/>
                </a:lnTo>
                <a:lnTo>
                  <a:pt x="56295" y="84886"/>
                </a:lnTo>
                <a:lnTo>
                  <a:pt x="60852" y="84886"/>
                </a:lnTo>
                <a:close/>
                <a:moveTo>
                  <a:pt x="60852" y="84644"/>
                </a:moveTo>
                <a:lnTo>
                  <a:pt x="56295" y="84644"/>
                </a:lnTo>
                <a:lnTo>
                  <a:pt x="56295" y="80087"/>
                </a:lnTo>
                <a:lnTo>
                  <a:pt x="60852" y="80087"/>
                </a:lnTo>
                <a:close/>
                <a:moveTo>
                  <a:pt x="60852" y="79845"/>
                </a:moveTo>
                <a:lnTo>
                  <a:pt x="56295" y="79845"/>
                </a:lnTo>
                <a:lnTo>
                  <a:pt x="56295" y="75248"/>
                </a:lnTo>
                <a:lnTo>
                  <a:pt x="60852" y="75248"/>
                </a:lnTo>
                <a:close/>
                <a:moveTo>
                  <a:pt x="60852" y="75006"/>
                </a:moveTo>
                <a:lnTo>
                  <a:pt x="56295" y="75006"/>
                </a:lnTo>
                <a:lnTo>
                  <a:pt x="56295" y="70449"/>
                </a:lnTo>
                <a:lnTo>
                  <a:pt x="60852" y="70449"/>
                </a:lnTo>
                <a:close/>
                <a:moveTo>
                  <a:pt x="60852" y="70208"/>
                </a:moveTo>
                <a:lnTo>
                  <a:pt x="56295" y="70208"/>
                </a:lnTo>
                <a:lnTo>
                  <a:pt x="56295" y="65651"/>
                </a:lnTo>
                <a:lnTo>
                  <a:pt x="60852" y="65651"/>
                </a:lnTo>
                <a:close/>
                <a:moveTo>
                  <a:pt x="60852" y="65409"/>
                </a:moveTo>
                <a:lnTo>
                  <a:pt x="56295" y="65409"/>
                </a:lnTo>
                <a:lnTo>
                  <a:pt x="56295" y="60812"/>
                </a:lnTo>
                <a:lnTo>
                  <a:pt x="60852" y="60812"/>
                </a:lnTo>
                <a:close/>
                <a:moveTo>
                  <a:pt x="60852" y="60570"/>
                </a:moveTo>
                <a:lnTo>
                  <a:pt x="56295" y="60570"/>
                </a:lnTo>
                <a:lnTo>
                  <a:pt x="56295" y="56013"/>
                </a:lnTo>
                <a:lnTo>
                  <a:pt x="60852" y="56013"/>
                </a:lnTo>
                <a:close/>
                <a:moveTo>
                  <a:pt x="60852" y="55771"/>
                </a:moveTo>
                <a:lnTo>
                  <a:pt x="56295" y="55771"/>
                </a:lnTo>
                <a:lnTo>
                  <a:pt x="56295" y="51214"/>
                </a:lnTo>
                <a:lnTo>
                  <a:pt x="60852" y="51214"/>
                </a:lnTo>
                <a:close/>
                <a:moveTo>
                  <a:pt x="60852" y="50972"/>
                </a:moveTo>
                <a:lnTo>
                  <a:pt x="56295" y="50972"/>
                </a:lnTo>
                <a:lnTo>
                  <a:pt x="56295" y="46375"/>
                </a:lnTo>
                <a:lnTo>
                  <a:pt x="60852" y="46375"/>
                </a:lnTo>
                <a:close/>
                <a:moveTo>
                  <a:pt x="60852" y="46133"/>
                </a:moveTo>
                <a:lnTo>
                  <a:pt x="56295" y="46133"/>
                </a:lnTo>
                <a:lnTo>
                  <a:pt x="56295" y="41576"/>
                </a:lnTo>
                <a:lnTo>
                  <a:pt x="60852" y="41576"/>
                </a:lnTo>
                <a:close/>
                <a:moveTo>
                  <a:pt x="60852" y="41334"/>
                </a:moveTo>
                <a:lnTo>
                  <a:pt x="56295" y="41334"/>
                </a:lnTo>
                <a:lnTo>
                  <a:pt x="56295" y="36777"/>
                </a:lnTo>
                <a:lnTo>
                  <a:pt x="60852" y="36777"/>
                </a:lnTo>
                <a:close/>
                <a:moveTo>
                  <a:pt x="60852" y="36535"/>
                </a:moveTo>
                <a:lnTo>
                  <a:pt x="56295" y="36535"/>
                </a:lnTo>
                <a:lnTo>
                  <a:pt x="56295" y="31938"/>
                </a:lnTo>
                <a:lnTo>
                  <a:pt x="60852" y="31938"/>
                </a:lnTo>
                <a:close/>
                <a:moveTo>
                  <a:pt x="60852" y="31696"/>
                </a:moveTo>
                <a:lnTo>
                  <a:pt x="56295" y="31696"/>
                </a:lnTo>
                <a:lnTo>
                  <a:pt x="56295" y="27139"/>
                </a:lnTo>
                <a:lnTo>
                  <a:pt x="60852" y="27139"/>
                </a:lnTo>
                <a:close/>
                <a:moveTo>
                  <a:pt x="60852" y="26897"/>
                </a:moveTo>
                <a:lnTo>
                  <a:pt x="56295" y="26897"/>
                </a:lnTo>
                <a:lnTo>
                  <a:pt x="56295" y="22341"/>
                </a:lnTo>
                <a:lnTo>
                  <a:pt x="60852" y="22341"/>
                </a:lnTo>
                <a:close/>
                <a:moveTo>
                  <a:pt x="60852" y="22099"/>
                </a:moveTo>
                <a:lnTo>
                  <a:pt x="56295" y="22099"/>
                </a:lnTo>
                <a:lnTo>
                  <a:pt x="56295" y="17501"/>
                </a:lnTo>
                <a:lnTo>
                  <a:pt x="60852" y="17501"/>
                </a:lnTo>
                <a:close/>
                <a:moveTo>
                  <a:pt x="60852" y="17260"/>
                </a:moveTo>
                <a:lnTo>
                  <a:pt x="56295" y="17260"/>
                </a:lnTo>
                <a:lnTo>
                  <a:pt x="56295" y="12703"/>
                </a:lnTo>
                <a:lnTo>
                  <a:pt x="60852" y="12703"/>
                </a:lnTo>
                <a:close/>
                <a:moveTo>
                  <a:pt x="60852" y="12461"/>
                </a:moveTo>
                <a:lnTo>
                  <a:pt x="56295" y="12461"/>
                </a:lnTo>
                <a:lnTo>
                  <a:pt x="56295" y="7904"/>
                </a:lnTo>
                <a:lnTo>
                  <a:pt x="60852" y="7904"/>
                </a:lnTo>
                <a:close/>
                <a:moveTo>
                  <a:pt x="60852" y="7662"/>
                </a:moveTo>
                <a:lnTo>
                  <a:pt x="56295" y="7662"/>
                </a:lnTo>
                <a:lnTo>
                  <a:pt x="56295" y="3307"/>
                </a:lnTo>
                <a:lnTo>
                  <a:pt x="60852" y="3307"/>
                </a:lnTo>
                <a:lnTo>
                  <a:pt x="60852" y="7904"/>
                </a:lnTo>
                <a:close/>
                <a:moveTo>
                  <a:pt x="65651" y="84644"/>
                </a:moveTo>
                <a:lnTo>
                  <a:pt x="61094" y="84644"/>
                </a:lnTo>
                <a:lnTo>
                  <a:pt x="61094" y="80047"/>
                </a:lnTo>
                <a:lnTo>
                  <a:pt x="65651" y="80047"/>
                </a:lnTo>
                <a:close/>
                <a:moveTo>
                  <a:pt x="65651" y="79805"/>
                </a:moveTo>
                <a:lnTo>
                  <a:pt x="61094" y="79805"/>
                </a:lnTo>
                <a:lnTo>
                  <a:pt x="61094" y="75248"/>
                </a:lnTo>
                <a:lnTo>
                  <a:pt x="65651" y="75248"/>
                </a:lnTo>
                <a:close/>
                <a:moveTo>
                  <a:pt x="65651" y="75006"/>
                </a:moveTo>
                <a:lnTo>
                  <a:pt x="61094" y="75006"/>
                </a:lnTo>
                <a:lnTo>
                  <a:pt x="61094" y="70449"/>
                </a:lnTo>
                <a:lnTo>
                  <a:pt x="65651" y="70449"/>
                </a:lnTo>
                <a:close/>
                <a:moveTo>
                  <a:pt x="65651" y="70208"/>
                </a:moveTo>
                <a:lnTo>
                  <a:pt x="61094" y="70208"/>
                </a:lnTo>
                <a:lnTo>
                  <a:pt x="61094" y="65610"/>
                </a:lnTo>
                <a:lnTo>
                  <a:pt x="65651" y="65610"/>
                </a:lnTo>
                <a:close/>
                <a:moveTo>
                  <a:pt x="65651" y="65368"/>
                </a:moveTo>
                <a:lnTo>
                  <a:pt x="61094" y="65368"/>
                </a:lnTo>
                <a:lnTo>
                  <a:pt x="61094" y="60812"/>
                </a:lnTo>
                <a:lnTo>
                  <a:pt x="65651" y="60812"/>
                </a:lnTo>
                <a:close/>
                <a:moveTo>
                  <a:pt x="65651" y="60570"/>
                </a:moveTo>
                <a:lnTo>
                  <a:pt x="61094" y="60570"/>
                </a:lnTo>
                <a:lnTo>
                  <a:pt x="61094" y="56013"/>
                </a:lnTo>
                <a:lnTo>
                  <a:pt x="65651" y="56013"/>
                </a:lnTo>
                <a:close/>
                <a:moveTo>
                  <a:pt x="65651" y="55771"/>
                </a:moveTo>
                <a:lnTo>
                  <a:pt x="61094" y="55771"/>
                </a:lnTo>
                <a:lnTo>
                  <a:pt x="61094" y="51174"/>
                </a:lnTo>
                <a:lnTo>
                  <a:pt x="65651" y="51174"/>
                </a:lnTo>
                <a:close/>
                <a:moveTo>
                  <a:pt x="65651" y="50932"/>
                </a:moveTo>
                <a:lnTo>
                  <a:pt x="61094" y="50932"/>
                </a:lnTo>
                <a:lnTo>
                  <a:pt x="61094" y="46375"/>
                </a:lnTo>
                <a:lnTo>
                  <a:pt x="65651" y="46375"/>
                </a:lnTo>
                <a:close/>
                <a:moveTo>
                  <a:pt x="65651" y="46133"/>
                </a:moveTo>
                <a:lnTo>
                  <a:pt x="61094" y="46133"/>
                </a:lnTo>
                <a:lnTo>
                  <a:pt x="61094" y="41536"/>
                </a:lnTo>
                <a:lnTo>
                  <a:pt x="65651" y="41536"/>
                </a:lnTo>
                <a:close/>
                <a:moveTo>
                  <a:pt x="65651" y="41294"/>
                </a:moveTo>
                <a:lnTo>
                  <a:pt x="61094" y="41294"/>
                </a:lnTo>
                <a:lnTo>
                  <a:pt x="61094" y="36737"/>
                </a:lnTo>
                <a:lnTo>
                  <a:pt x="65651" y="36737"/>
                </a:lnTo>
                <a:close/>
                <a:moveTo>
                  <a:pt x="65651" y="36495"/>
                </a:moveTo>
                <a:lnTo>
                  <a:pt x="61094" y="36495"/>
                </a:lnTo>
                <a:lnTo>
                  <a:pt x="61094" y="31938"/>
                </a:lnTo>
                <a:lnTo>
                  <a:pt x="65651" y="31938"/>
                </a:lnTo>
                <a:close/>
                <a:moveTo>
                  <a:pt x="65651" y="31696"/>
                </a:moveTo>
                <a:lnTo>
                  <a:pt x="61094" y="31696"/>
                </a:lnTo>
                <a:lnTo>
                  <a:pt x="61094" y="27099"/>
                </a:lnTo>
                <a:lnTo>
                  <a:pt x="65651" y="27099"/>
                </a:lnTo>
                <a:close/>
                <a:moveTo>
                  <a:pt x="65651" y="26857"/>
                </a:moveTo>
                <a:lnTo>
                  <a:pt x="61094" y="26857"/>
                </a:lnTo>
                <a:lnTo>
                  <a:pt x="61094" y="22300"/>
                </a:lnTo>
                <a:lnTo>
                  <a:pt x="65651" y="22300"/>
                </a:lnTo>
                <a:close/>
                <a:moveTo>
                  <a:pt x="65651" y="22058"/>
                </a:moveTo>
                <a:lnTo>
                  <a:pt x="61094" y="22058"/>
                </a:lnTo>
                <a:lnTo>
                  <a:pt x="61094" y="17501"/>
                </a:lnTo>
                <a:lnTo>
                  <a:pt x="65651" y="17501"/>
                </a:lnTo>
                <a:close/>
                <a:moveTo>
                  <a:pt x="65651" y="17260"/>
                </a:moveTo>
                <a:lnTo>
                  <a:pt x="61094" y="17260"/>
                </a:lnTo>
                <a:lnTo>
                  <a:pt x="61094" y="12662"/>
                </a:lnTo>
                <a:lnTo>
                  <a:pt x="65651" y="12662"/>
                </a:lnTo>
                <a:close/>
                <a:moveTo>
                  <a:pt x="65651" y="12420"/>
                </a:moveTo>
                <a:lnTo>
                  <a:pt x="61094" y="12420"/>
                </a:lnTo>
                <a:lnTo>
                  <a:pt x="61094" y="7864"/>
                </a:lnTo>
                <a:lnTo>
                  <a:pt x="65651" y="7864"/>
                </a:lnTo>
                <a:close/>
                <a:moveTo>
                  <a:pt x="70490" y="84604"/>
                </a:moveTo>
                <a:lnTo>
                  <a:pt x="65893" y="84604"/>
                </a:lnTo>
                <a:lnTo>
                  <a:pt x="65893" y="80047"/>
                </a:lnTo>
                <a:lnTo>
                  <a:pt x="70490" y="80047"/>
                </a:lnTo>
                <a:close/>
                <a:moveTo>
                  <a:pt x="70490" y="79805"/>
                </a:moveTo>
                <a:lnTo>
                  <a:pt x="65893" y="79805"/>
                </a:lnTo>
                <a:lnTo>
                  <a:pt x="65893" y="75208"/>
                </a:lnTo>
                <a:lnTo>
                  <a:pt x="70490" y="75208"/>
                </a:lnTo>
                <a:close/>
                <a:moveTo>
                  <a:pt x="70490" y="74966"/>
                </a:moveTo>
                <a:lnTo>
                  <a:pt x="65893" y="74966"/>
                </a:lnTo>
                <a:lnTo>
                  <a:pt x="65893" y="70409"/>
                </a:lnTo>
                <a:lnTo>
                  <a:pt x="70490" y="70409"/>
                </a:lnTo>
                <a:close/>
                <a:moveTo>
                  <a:pt x="70490" y="70167"/>
                </a:moveTo>
                <a:lnTo>
                  <a:pt x="65893" y="70167"/>
                </a:lnTo>
                <a:lnTo>
                  <a:pt x="65893" y="65610"/>
                </a:lnTo>
                <a:lnTo>
                  <a:pt x="70490" y="65610"/>
                </a:lnTo>
                <a:close/>
                <a:moveTo>
                  <a:pt x="70490" y="65368"/>
                </a:moveTo>
                <a:lnTo>
                  <a:pt x="65893" y="65368"/>
                </a:lnTo>
                <a:lnTo>
                  <a:pt x="65893" y="60771"/>
                </a:lnTo>
                <a:lnTo>
                  <a:pt x="70490" y="60771"/>
                </a:lnTo>
                <a:close/>
                <a:moveTo>
                  <a:pt x="70490" y="60529"/>
                </a:moveTo>
                <a:lnTo>
                  <a:pt x="65893" y="60529"/>
                </a:lnTo>
                <a:lnTo>
                  <a:pt x="65893" y="55972"/>
                </a:lnTo>
                <a:lnTo>
                  <a:pt x="70490" y="55972"/>
                </a:lnTo>
                <a:close/>
                <a:moveTo>
                  <a:pt x="70490" y="55730"/>
                </a:moveTo>
                <a:lnTo>
                  <a:pt x="65893" y="55730"/>
                </a:lnTo>
                <a:lnTo>
                  <a:pt x="65893" y="51174"/>
                </a:lnTo>
                <a:lnTo>
                  <a:pt x="70490" y="51174"/>
                </a:lnTo>
                <a:close/>
                <a:moveTo>
                  <a:pt x="70490" y="50932"/>
                </a:moveTo>
                <a:lnTo>
                  <a:pt x="65893" y="50932"/>
                </a:lnTo>
                <a:lnTo>
                  <a:pt x="65893" y="46335"/>
                </a:lnTo>
                <a:lnTo>
                  <a:pt x="70490" y="46335"/>
                </a:lnTo>
                <a:close/>
                <a:moveTo>
                  <a:pt x="70490" y="46093"/>
                </a:moveTo>
                <a:lnTo>
                  <a:pt x="65893" y="46093"/>
                </a:lnTo>
                <a:lnTo>
                  <a:pt x="65893" y="41536"/>
                </a:lnTo>
                <a:lnTo>
                  <a:pt x="70490" y="41536"/>
                </a:lnTo>
                <a:close/>
                <a:moveTo>
                  <a:pt x="70490" y="41294"/>
                </a:moveTo>
                <a:lnTo>
                  <a:pt x="65893" y="41294"/>
                </a:lnTo>
                <a:lnTo>
                  <a:pt x="65893" y="36737"/>
                </a:lnTo>
                <a:lnTo>
                  <a:pt x="70490" y="36737"/>
                </a:lnTo>
                <a:close/>
                <a:moveTo>
                  <a:pt x="70490" y="36495"/>
                </a:moveTo>
                <a:lnTo>
                  <a:pt x="65893" y="36495"/>
                </a:lnTo>
                <a:lnTo>
                  <a:pt x="65893" y="31898"/>
                </a:lnTo>
                <a:lnTo>
                  <a:pt x="70490" y="31898"/>
                </a:lnTo>
                <a:close/>
                <a:moveTo>
                  <a:pt x="70490" y="31656"/>
                </a:moveTo>
                <a:lnTo>
                  <a:pt x="65893" y="31656"/>
                </a:lnTo>
                <a:lnTo>
                  <a:pt x="65893" y="27099"/>
                </a:lnTo>
                <a:lnTo>
                  <a:pt x="70490" y="27099"/>
                </a:lnTo>
                <a:close/>
                <a:moveTo>
                  <a:pt x="70490" y="26857"/>
                </a:moveTo>
                <a:lnTo>
                  <a:pt x="65893" y="26857"/>
                </a:lnTo>
                <a:lnTo>
                  <a:pt x="65893" y="22260"/>
                </a:lnTo>
                <a:lnTo>
                  <a:pt x="70490" y="22260"/>
                </a:lnTo>
                <a:close/>
                <a:moveTo>
                  <a:pt x="70490" y="22018"/>
                </a:moveTo>
                <a:lnTo>
                  <a:pt x="65893" y="22018"/>
                </a:lnTo>
                <a:lnTo>
                  <a:pt x="65893" y="17461"/>
                </a:lnTo>
                <a:lnTo>
                  <a:pt x="70490" y="17461"/>
                </a:lnTo>
                <a:close/>
                <a:moveTo>
                  <a:pt x="70490" y="17219"/>
                </a:moveTo>
                <a:lnTo>
                  <a:pt x="65893" y="17219"/>
                </a:lnTo>
                <a:lnTo>
                  <a:pt x="65893" y="12662"/>
                </a:lnTo>
                <a:lnTo>
                  <a:pt x="70490" y="12662"/>
                </a:lnTo>
                <a:close/>
                <a:moveTo>
                  <a:pt x="70490" y="12420"/>
                </a:moveTo>
                <a:lnTo>
                  <a:pt x="65893" y="12420"/>
                </a:lnTo>
                <a:lnTo>
                  <a:pt x="65893" y="7823"/>
                </a:lnTo>
                <a:lnTo>
                  <a:pt x="70490" y="7823"/>
                </a:lnTo>
                <a:close/>
                <a:moveTo>
                  <a:pt x="75289" y="79765"/>
                </a:moveTo>
                <a:lnTo>
                  <a:pt x="70732" y="79765"/>
                </a:lnTo>
                <a:lnTo>
                  <a:pt x="70732" y="75208"/>
                </a:lnTo>
                <a:lnTo>
                  <a:pt x="75289" y="75208"/>
                </a:lnTo>
                <a:close/>
                <a:moveTo>
                  <a:pt x="75289" y="74966"/>
                </a:moveTo>
                <a:lnTo>
                  <a:pt x="70732" y="74966"/>
                </a:lnTo>
                <a:lnTo>
                  <a:pt x="70732" y="70409"/>
                </a:lnTo>
                <a:lnTo>
                  <a:pt x="75289" y="70409"/>
                </a:lnTo>
                <a:close/>
                <a:moveTo>
                  <a:pt x="75289" y="70167"/>
                </a:moveTo>
                <a:lnTo>
                  <a:pt x="70732" y="70167"/>
                </a:lnTo>
                <a:lnTo>
                  <a:pt x="70732" y="65570"/>
                </a:lnTo>
                <a:lnTo>
                  <a:pt x="75289" y="65570"/>
                </a:lnTo>
                <a:close/>
                <a:moveTo>
                  <a:pt x="75289" y="65328"/>
                </a:moveTo>
                <a:lnTo>
                  <a:pt x="70732" y="65328"/>
                </a:lnTo>
                <a:lnTo>
                  <a:pt x="70732" y="60771"/>
                </a:lnTo>
                <a:lnTo>
                  <a:pt x="75289" y="60771"/>
                </a:lnTo>
                <a:close/>
                <a:moveTo>
                  <a:pt x="75289" y="60529"/>
                </a:moveTo>
                <a:lnTo>
                  <a:pt x="70732" y="60529"/>
                </a:lnTo>
                <a:lnTo>
                  <a:pt x="70732" y="55972"/>
                </a:lnTo>
                <a:lnTo>
                  <a:pt x="75289" y="55972"/>
                </a:lnTo>
                <a:close/>
                <a:moveTo>
                  <a:pt x="75289" y="55730"/>
                </a:moveTo>
                <a:lnTo>
                  <a:pt x="70732" y="55730"/>
                </a:lnTo>
                <a:lnTo>
                  <a:pt x="70732" y="51133"/>
                </a:lnTo>
                <a:lnTo>
                  <a:pt x="75289" y="51133"/>
                </a:lnTo>
                <a:close/>
                <a:moveTo>
                  <a:pt x="75289" y="50891"/>
                </a:moveTo>
                <a:lnTo>
                  <a:pt x="70732" y="50891"/>
                </a:lnTo>
                <a:lnTo>
                  <a:pt x="70732" y="46335"/>
                </a:lnTo>
                <a:lnTo>
                  <a:pt x="75289" y="46335"/>
                </a:lnTo>
                <a:close/>
                <a:moveTo>
                  <a:pt x="75289" y="46093"/>
                </a:moveTo>
                <a:lnTo>
                  <a:pt x="70732" y="46093"/>
                </a:lnTo>
                <a:lnTo>
                  <a:pt x="70732" y="41495"/>
                </a:lnTo>
                <a:lnTo>
                  <a:pt x="75289" y="41495"/>
                </a:lnTo>
                <a:close/>
                <a:moveTo>
                  <a:pt x="75289" y="41253"/>
                </a:moveTo>
                <a:lnTo>
                  <a:pt x="70732" y="41253"/>
                </a:lnTo>
                <a:lnTo>
                  <a:pt x="70732" y="36697"/>
                </a:lnTo>
                <a:lnTo>
                  <a:pt x="75289" y="36697"/>
                </a:lnTo>
                <a:close/>
                <a:moveTo>
                  <a:pt x="75289" y="36455"/>
                </a:moveTo>
                <a:lnTo>
                  <a:pt x="70732" y="36455"/>
                </a:lnTo>
                <a:lnTo>
                  <a:pt x="70732" y="31898"/>
                </a:lnTo>
                <a:lnTo>
                  <a:pt x="75289" y="31898"/>
                </a:lnTo>
                <a:close/>
                <a:moveTo>
                  <a:pt x="75289" y="31656"/>
                </a:moveTo>
                <a:lnTo>
                  <a:pt x="70732" y="31656"/>
                </a:lnTo>
                <a:lnTo>
                  <a:pt x="70732" y="27059"/>
                </a:lnTo>
                <a:lnTo>
                  <a:pt x="75289" y="27059"/>
                </a:lnTo>
                <a:close/>
                <a:moveTo>
                  <a:pt x="75289" y="26817"/>
                </a:moveTo>
                <a:lnTo>
                  <a:pt x="70732" y="26817"/>
                </a:lnTo>
                <a:lnTo>
                  <a:pt x="70732" y="22260"/>
                </a:lnTo>
                <a:lnTo>
                  <a:pt x="75289" y="22260"/>
                </a:lnTo>
                <a:close/>
                <a:moveTo>
                  <a:pt x="75289" y="22018"/>
                </a:moveTo>
                <a:lnTo>
                  <a:pt x="70732" y="22018"/>
                </a:lnTo>
                <a:lnTo>
                  <a:pt x="70732" y="17461"/>
                </a:lnTo>
                <a:lnTo>
                  <a:pt x="75289" y="17461"/>
                </a:lnTo>
                <a:close/>
                <a:moveTo>
                  <a:pt x="75289" y="17219"/>
                </a:moveTo>
                <a:lnTo>
                  <a:pt x="70732" y="17219"/>
                </a:lnTo>
                <a:lnTo>
                  <a:pt x="70732" y="12622"/>
                </a:lnTo>
                <a:lnTo>
                  <a:pt x="75289" y="12622"/>
                </a:lnTo>
                <a:close/>
                <a:moveTo>
                  <a:pt x="80087" y="74926"/>
                </a:moveTo>
                <a:lnTo>
                  <a:pt x="75531" y="74926"/>
                </a:lnTo>
                <a:lnTo>
                  <a:pt x="75531" y="70369"/>
                </a:lnTo>
                <a:lnTo>
                  <a:pt x="80087" y="70369"/>
                </a:lnTo>
                <a:close/>
                <a:moveTo>
                  <a:pt x="80087" y="70127"/>
                </a:moveTo>
                <a:lnTo>
                  <a:pt x="75531" y="70127"/>
                </a:lnTo>
                <a:lnTo>
                  <a:pt x="75531" y="65570"/>
                </a:lnTo>
                <a:lnTo>
                  <a:pt x="80087" y="65570"/>
                </a:lnTo>
                <a:close/>
                <a:moveTo>
                  <a:pt x="80087" y="65328"/>
                </a:moveTo>
                <a:lnTo>
                  <a:pt x="75531" y="65328"/>
                </a:lnTo>
                <a:lnTo>
                  <a:pt x="75531" y="60731"/>
                </a:lnTo>
                <a:lnTo>
                  <a:pt x="80087" y="60731"/>
                </a:lnTo>
                <a:close/>
                <a:moveTo>
                  <a:pt x="80087" y="60489"/>
                </a:moveTo>
                <a:lnTo>
                  <a:pt x="75531" y="60489"/>
                </a:lnTo>
                <a:lnTo>
                  <a:pt x="75531" y="55932"/>
                </a:lnTo>
                <a:lnTo>
                  <a:pt x="80087" y="55932"/>
                </a:lnTo>
                <a:close/>
                <a:moveTo>
                  <a:pt x="80087" y="55690"/>
                </a:moveTo>
                <a:lnTo>
                  <a:pt x="75531" y="55690"/>
                </a:lnTo>
                <a:lnTo>
                  <a:pt x="75531" y="51133"/>
                </a:lnTo>
                <a:lnTo>
                  <a:pt x="80087" y="51133"/>
                </a:lnTo>
                <a:close/>
                <a:moveTo>
                  <a:pt x="80087" y="50891"/>
                </a:moveTo>
                <a:lnTo>
                  <a:pt x="75531" y="50891"/>
                </a:lnTo>
                <a:lnTo>
                  <a:pt x="75531" y="46294"/>
                </a:lnTo>
                <a:lnTo>
                  <a:pt x="80087" y="46294"/>
                </a:lnTo>
                <a:close/>
                <a:moveTo>
                  <a:pt x="80087" y="46052"/>
                </a:moveTo>
                <a:lnTo>
                  <a:pt x="75531" y="46052"/>
                </a:lnTo>
                <a:lnTo>
                  <a:pt x="75531" y="41495"/>
                </a:lnTo>
                <a:lnTo>
                  <a:pt x="80087" y="41495"/>
                </a:lnTo>
                <a:close/>
                <a:moveTo>
                  <a:pt x="80087" y="41253"/>
                </a:moveTo>
                <a:lnTo>
                  <a:pt x="75531" y="41253"/>
                </a:lnTo>
                <a:lnTo>
                  <a:pt x="75531" y="36697"/>
                </a:lnTo>
                <a:lnTo>
                  <a:pt x="80087" y="36697"/>
                </a:lnTo>
                <a:close/>
                <a:moveTo>
                  <a:pt x="80087" y="36455"/>
                </a:moveTo>
                <a:lnTo>
                  <a:pt x="75531" y="36455"/>
                </a:lnTo>
                <a:lnTo>
                  <a:pt x="75531" y="31858"/>
                </a:lnTo>
                <a:lnTo>
                  <a:pt x="80087" y="31858"/>
                </a:lnTo>
                <a:close/>
                <a:moveTo>
                  <a:pt x="80087" y="31616"/>
                </a:moveTo>
                <a:lnTo>
                  <a:pt x="75531" y="31616"/>
                </a:lnTo>
                <a:lnTo>
                  <a:pt x="75531" y="27059"/>
                </a:lnTo>
                <a:lnTo>
                  <a:pt x="80087" y="27059"/>
                </a:lnTo>
                <a:close/>
                <a:moveTo>
                  <a:pt x="80087" y="26817"/>
                </a:moveTo>
                <a:lnTo>
                  <a:pt x="75531" y="26817"/>
                </a:lnTo>
                <a:lnTo>
                  <a:pt x="75531" y="22260"/>
                </a:lnTo>
                <a:lnTo>
                  <a:pt x="80087" y="22260"/>
                </a:lnTo>
                <a:close/>
                <a:moveTo>
                  <a:pt x="80087" y="22018"/>
                </a:moveTo>
                <a:lnTo>
                  <a:pt x="75531" y="22018"/>
                </a:lnTo>
                <a:lnTo>
                  <a:pt x="75531" y="17421"/>
                </a:lnTo>
                <a:lnTo>
                  <a:pt x="80087" y="17421"/>
                </a:lnTo>
                <a:close/>
                <a:moveTo>
                  <a:pt x="84886" y="70127"/>
                </a:moveTo>
                <a:lnTo>
                  <a:pt x="80329" y="70127"/>
                </a:lnTo>
                <a:lnTo>
                  <a:pt x="80329" y="65530"/>
                </a:lnTo>
                <a:lnTo>
                  <a:pt x="84886" y="65530"/>
                </a:lnTo>
                <a:close/>
                <a:moveTo>
                  <a:pt x="84886" y="65288"/>
                </a:moveTo>
                <a:lnTo>
                  <a:pt x="80329" y="65288"/>
                </a:lnTo>
                <a:lnTo>
                  <a:pt x="80329" y="60731"/>
                </a:lnTo>
                <a:lnTo>
                  <a:pt x="84886" y="60731"/>
                </a:lnTo>
                <a:close/>
                <a:moveTo>
                  <a:pt x="84886" y="60489"/>
                </a:moveTo>
                <a:lnTo>
                  <a:pt x="80329" y="60489"/>
                </a:lnTo>
                <a:lnTo>
                  <a:pt x="80329" y="55932"/>
                </a:lnTo>
                <a:lnTo>
                  <a:pt x="84886" y="55932"/>
                </a:lnTo>
                <a:close/>
                <a:moveTo>
                  <a:pt x="84886" y="55690"/>
                </a:moveTo>
                <a:lnTo>
                  <a:pt x="80329" y="55690"/>
                </a:lnTo>
                <a:lnTo>
                  <a:pt x="80329" y="51093"/>
                </a:lnTo>
                <a:lnTo>
                  <a:pt x="84886" y="51093"/>
                </a:lnTo>
                <a:close/>
                <a:moveTo>
                  <a:pt x="84886" y="50851"/>
                </a:moveTo>
                <a:lnTo>
                  <a:pt x="80329" y="50851"/>
                </a:lnTo>
                <a:lnTo>
                  <a:pt x="80329" y="46294"/>
                </a:lnTo>
                <a:lnTo>
                  <a:pt x="84886" y="46294"/>
                </a:lnTo>
                <a:close/>
                <a:moveTo>
                  <a:pt x="84886" y="46052"/>
                </a:moveTo>
                <a:lnTo>
                  <a:pt x="80329" y="46052"/>
                </a:lnTo>
                <a:lnTo>
                  <a:pt x="80329" y="41495"/>
                </a:lnTo>
                <a:lnTo>
                  <a:pt x="84886" y="41495"/>
                </a:lnTo>
                <a:close/>
                <a:moveTo>
                  <a:pt x="84886" y="41253"/>
                </a:moveTo>
                <a:lnTo>
                  <a:pt x="80329" y="41253"/>
                </a:lnTo>
                <a:lnTo>
                  <a:pt x="80329" y="36656"/>
                </a:lnTo>
                <a:lnTo>
                  <a:pt x="84886" y="36656"/>
                </a:lnTo>
                <a:close/>
                <a:moveTo>
                  <a:pt x="84886" y="36414"/>
                </a:moveTo>
                <a:lnTo>
                  <a:pt x="80329" y="36414"/>
                </a:lnTo>
                <a:lnTo>
                  <a:pt x="80329" y="31858"/>
                </a:lnTo>
                <a:lnTo>
                  <a:pt x="84886" y="31858"/>
                </a:lnTo>
                <a:close/>
                <a:moveTo>
                  <a:pt x="84886" y="31616"/>
                </a:moveTo>
                <a:lnTo>
                  <a:pt x="80329" y="31616"/>
                </a:lnTo>
                <a:lnTo>
                  <a:pt x="80329" y="27018"/>
                </a:lnTo>
                <a:lnTo>
                  <a:pt x="84886" y="27018"/>
                </a:lnTo>
                <a:close/>
                <a:moveTo>
                  <a:pt x="84886" y="26776"/>
                </a:moveTo>
                <a:lnTo>
                  <a:pt x="80329" y="26776"/>
                </a:lnTo>
                <a:lnTo>
                  <a:pt x="80329" y="22220"/>
                </a:lnTo>
                <a:lnTo>
                  <a:pt x="84886" y="222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9" name="Google Shape;419;p18"/>
          <p:cNvSpPr txBox="1">
            <a:spLocks noGrp="1"/>
          </p:cNvSpPr>
          <p:nvPr>
            <p:ph type="title"/>
          </p:nvPr>
        </p:nvSpPr>
        <p:spPr>
          <a:xfrm>
            <a:off x="2444050" y="1769288"/>
            <a:ext cx="4255800" cy="113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7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0" name="Google Shape;420;p18"/>
          <p:cNvSpPr txBox="1">
            <a:spLocks noGrp="1"/>
          </p:cNvSpPr>
          <p:nvPr>
            <p:ph type="subTitle" idx="1"/>
          </p:nvPr>
        </p:nvSpPr>
        <p:spPr>
          <a:xfrm>
            <a:off x="2444050" y="2695016"/>
            <a:ext cx="42558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3" name="Google Shape;423;p19"/>
          <p:cNvGrpSpPr/>
          <p:nvPr/>
        </p:nvGrpSpPr>
        <p:grpSpPr>
          <a:xfrm>
            <a:off x="6881054" y="0"/>
            <a:ext cx="2263500" cy="1871400"/>
            <a:chOff x="6881054" y="0"/>
            <a:chExt cx="2263500" cy="1871400"/>
          </a:xfrm>
        </p:grpSpPr>
        <p:sp>
          <p:nvSpPr>
            <p:cNvPr id="424" name="Google Shape;424;p19"/>
            <p:cNvSpPr/>
            <p:nvPr/>
          </p:nvSpPr>
          <p:spPr>
            <a:xfrm flipH="1">
              <a:off x="8664252" y="0"/>
              <a:ext cx="4803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25" name="Google Shape;425;p19"/>
            <p:cNvSpPr/>
            <p:nvPr/>
          </p:nvSpPr>
          <p:spPr>
            <a:xfrm rot="10800000">
              <a:off x="6881054" y="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426" name="Google Shape;426;p19"/>
          <p:cNvGrpSpPr/>
          <p:nvPr/>
        </p:nvGrpSpPr>
        <p:grpSpPr>
          <a:xfrm>
            <a:off x="-511671" y="-148650"/>
            <a:ext cx="3564150" cy="3551075"/>
            <a:chOff x="-511671" y="-148650"/>
            <a:chExt cx="3564150" cy="3551075"/>
          </a:xfrm>
        </p:grpSpPr>
        <p:sp>
          <p:nvSpPr>
            <p:cNvPr id="427" name="Google Shape;427;p19"/>
            <p:cNvSpPr/>
            <p:nvPr/>
          </p:nvSpPr>
          <p:spPr>
            <a:xfrm rot="10800000" flipH="1">
              <a:off x="-109521" y="-14865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428" name="Google Shape;428;p19"/>
            <p:cNvGrpSpPr/>
            <p:nvPr/>
          </p:nvGrpSpPr>
          <p:grpSpPr>
            <a:xfrm flipH="1">
              <a:off x="-511671" y="1306925"/>
              <a:ext cx="986125" cy="2095500"/>
              <a:chOff x="7631225" y="2241175"/>
              <a:chExt cx="986125" cy="2095500"/>
            </a:xfrm>
          </p:grpSpPr>
          <p:cxnSp>
            <p:nvCxnSpPr>
              <p:cNvPr id="429" name="Google Shape;429;p19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0" name="Google Shape;430;p19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1" name="Google Shape;431;p19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2" name="Google Shape;432;p19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3" name="Google Shape;433;p19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4" name="Google Shape;434;p19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5" name="Google Shape;435;p19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6" name="Google Shape;436;p19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7" name="Google Shape;437;p19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8" name="Google Shape;438;p19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9" name="Google Shape;439;p19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0" name="Google Shape;440;p19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1" name="Google Shape;441;p19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2" name="Google Shape;442;p19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43" name="Google Shape;443;p19"/>
          <p:cNvSpPr txBox="1">
            <a:spLocks noGrp="1"/>
          </p:cNvSpPr>
          <p:nvPr>
            <p:ph type="title"/>
          </p:nvPr>
        </p:nvSpPr>
        <p:spPr>
          <a:xfrm>
            <a:off x="952500" y="1546375"/>
            <a:ext cx="3325500" cy="13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4" name="Google Shape;444;p19"/>
          <p:cNvSpPr txBox="1">
            <a:spLocks noGrp="1"/>
          </p:cNvSpPr>
          <p:nvPr>
            <p:ph type="subTitle" idx="1"/>
          </p:nvPr>
        </p:nvSpPr>
        <p:spPr>
          <a:xfrm>
            <a:off x="952500" y="2880150"/>
            <a:ext cx="3325500" cy="7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19"/>
          <p:cNvSpPr>
            <a:spLocks noGrp="1"/>
          </p:cNvSpPr>
          <p:nvPr>
            <p:ph type="pic" idx="2"/>
          </p:nvPr>
        </p:nvSpPr>
        <p:spPr>
          <a:xfrm>
            <a:off x="4664450" y="539500"/>
            <a:ext cx="3757200" cy="4064400"/>
          </a:xfrm>
          <a:prstGeom prst="round1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_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8" name="Google Shape;448;p20"/>
          <p:cNvGrpSpPr/>
          <p:nvPr/>
        </p:nvGrpSpPr>
        <p:grpSpPr>
          <a:xfrm>
            <a:off x="0" y="0"/>
            <a:ext cx="9552075" cy="5143500"/>
            <a:chOff x="0" y="0"/>
            <a:chExt cx="9552075" cy="5143500"/>
          </a:xfrm>
        </p:grpSpPr>
        <p:sp>
          <p:nvSpPr>
            <p:cNvPr id="449" name="Google Shape;449;p20"/>
            <p:cNvSpPr/>
            <p:nvPr/>
          </p:nvSpPr>
          <p:spPr>
            <a:xfrm>
              <a:off x="0" y="0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50" name="Google Shape;450;p20"/>
            <p:cNvSpPr/>
            <p:nvPr/>
          </p:nvSpPr>
          <p:spPr>
            <a:xfrm flipH="1">
              <a:off x="6114300" y="4426500"/>
              <a:ext cx="3029700" cy="7170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51" name="Google Shape;451;p20"/>
            <p:cNvSpPr/>
            <p:nvPr/>
          </p:nvSpPr>
          <p:spPr>
            <a:xfrm rot="10800000" flipH="1">
              <a:off x="0" y="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452" name="Google Shape;452;p20"/>
            <p:cNvSpPr/>
            <p:nvPr/>
          </p:nvSpPr>
          <p:spPr>
            <a:xfrm>
              <a:off x="7669575" y="4755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453" name="Google Shape;453;p20"/>
          <p:cNvGrpSpPr/>
          <p:nvPr/>
        </p:nvGrpSpPr>
        <p:grpSpPr>
          <a:xfrm>
            <a:off x="315013" y="-1329700"/>
            <a:ext cx="8939088" cy="7698038"/>
            <a:chOff x="315013" y="-1329700"/>
            <a:chExt cx="8939088" cy="7698038"/>
          </a:xfrm>
        </p:grpSpPr>
        <p:sp>
          <p:nvSpPr>
            <p:cNvPr id="454" name="Google Shape;454;p20"/>
            <p:cNvSpPr/>
            <p:nvPr/>
          </p:nvSpPr>
          <p:spPr>
            <a:xfrm rot="10800000">
              <a:off x="6092100" y="-7160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455" name="Google Shape;455;p20"/>
            <p:cNvGrpSpPr/>
            <p:nvPr/>
          </p:nvGrpSpPr>
          <p:grpSpPr>
            <a:xfrm>
              <a:off x="3316738" y="-1329700"/>
              <a:ext cx="986125" cy="2095500"/>
              <a:chOff x="7631225" y="2241175"/>
              <a:chExt cx="986125" cy="2095500"/>
            </a:xfrm>
          </p:grpSpPr>
          <p:cxnSp>
            <p:nvCxnSpPr>
              <p:cNvPr id="456" name="Google Shape;456;p20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20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20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20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0" name="Google Shape;460;p20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1" name="Google Shape;461;p20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2" name="Google Shape;462;p20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3" name="Google Shape;463;p20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4" name="Google Shape;464;p20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5" name="Google Shape;465;p20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6" name="Google Shape;466;p20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7" name="Google Shape;467;p20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8" name="Google Shape;468;p20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9" name="Google Shape;469;p20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70" name="Google Shape;470;p20"/>
            <p:cNvGrpSpPr/>
            <p:nvPr/>
          </p:nvGrpSpPr>
          <p:grpSpPr>
            <a:xfrm>
              <a:off x="315013" y="4484088"/>
              <a:ext cx="1885275" cy="1884250"/>
              <a:chOff x="2609275" y="3149350"/>
              <a:chExt cx="1885275" cy="1884250"/>
            </a:xfrm>
          </p:grpSpPr>
          <p:sp>
            <p:nvSpPr>
              <p:cNvPr id="471" name="Google Shape;471;p20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72" name="Google Shape;472;p20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73" name="Google Shape;473;p20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74" name="Google Shape;474;p20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75" name="Google Shape;475;p20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76" name="Google Shape;476;p20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77" name="Google Shape;477;p20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78" name="Google Shape;478;p20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79" name="Google Shape;479;p20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0" name="Google Shape;480;p20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1" name="Google Shape;481;p20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2" name="Google Shape;482;p20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3" name="Google Shape;483;p20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4" name="Google Shape;484;p20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5" name="Google Shape;485;p20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6" name="Google Shape;486;p20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7" name="Google Shape;487;p20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8" name="Google Shape;488;p20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9" name="Google Shape;489;p20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490" name="Google Shape;490;p20"/>
          <p:cNvSpPr txBox="1">
            <a:spLocks noGrp="1"/>
          </p:cNvSpPr>
          <p:nvPr>
            <p:ph type="title"/>
          </p:nvPr>
        </p:nvSpPr>
        <p:spPr>
          <a:xfrm>
            <a:off x="1150150" y="1785450"/>
            <a:ext cx="3029700" cy="91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1" name="Google Shape;491;p20"/>
          <p:cNvSpPr txBox="1">
            <a:spLocks noGrp="1"/>
          </p:cNvSpPr>
          <p:nvPr>
            <p:ph type="subTitle" idx="1"/>
          </p:nvPr>
        </p:nvSpPr>
        <p:spPr>
          <a:xfrm>
            <a:off x="1150150" y="2641024"/>
            <a:ext cx="3029700" cy="7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_1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4" name="Google Shape;494;p21"/>
          <p:cNvGrpSpPr/>
          <p:nvPr/>
        </p:nvGrpSpPr>
        <p:grpSpPr>
          <a:xfrm>
            <a:off x="-260288" y="-1374850"/>
            <a:ext cx="9396363" cy="6592000"/>
            <a:chOff x="-260288" y="-1374850"/>
            <a:chExt cx="9396363" cy="6592000"/>
          </a:xfrm>
        </p:grpSpPr>
        <p:sp>
          <p:nvSpPr>
            <p:cNvPr id="495" name="Google Shape;495;p21"/>
            <p:cNvSpPr/>
            <p:nvPr/>
          </p:nvSpPr>
          <p:spPr>
            <a:xfrm>
              <a:off x="-78450" y="460605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496" name="Google Shape;496;p21"/>
            <p:cNvGrpSpPr/>
            <p:nvPr/>
          </p:nvGrpSpPr>
          <p:grpSpPr>
            <a:xfrm>
              <a:off x="-218875" y="-13775"/>
              <a:ext cx="9354950" cy="5157275"/>
              <a:chOff x="-218875" y="-13775"/>
              <a:chExt cx="9354950" cy="5157275"/>
            </a:xfrm>
          </p:grpSpPr>
          <p:sp>
            <p:nvSpPr>
              <p:cNvPr id="497" name="Google Shape;497;p21"/>
              <p:cNvSpPr/>
              <p:nvPr/>
            </p:nvSpPr>
            <p:spPr>
              <a:xfrm rot="10800000">
                <a:off x="8413675" y="3272100"/>
                <a:ext cx="722400" cy="1871400"/>
              </a:xfrm>
              <a:prstGeom prst="rect">
                <a:avLst/>
              </a:prstGeom>
              <a:solidFill>
                <a:srgbClr val="63DBF5">
                  <a:alpha val="6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  <p:sp>
            <p:nvSpPr>
              <p:cNvPr id="498" name="Google Shape;498;p21"/>
              <p:cNvSpPr/>
              <p:nvPr/>
            </p:nvSpPr>
            <p:spPr>
              <a:xfrm rot="10800000" flipH="1">
                <a:off x="-11111" y="-13775"/>
                <a:ext cx="1277100" cy="1122300"/>
              </a:xfrm>
              <a:prstGeom prst="round1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  <p:sp>
            <p:nvSpPr>
              <p:cNvPr id="499" name="Google Shape;499;p21"/>
              <p:cNvSpPr/>
              <p:nvPr/>
            </p:nvSpPr>
            <p:spPr>
              <a:xfrm flipH="1">
                <a:off x="6872575" y="4829700"/>
                <a:ext cx="2263500" cy="313800"/>
              </a:xfrm>
              <a:prstGeom prst="round1Rect">
                <a:avLst>
                  <a:gd name="adj" fmla="val 50000"/>
                </a:avLst>
              </a:prstGeom>
              <a:solidFill>
                <a:srgbClr val="006DF5">
                  <a:alpha val="40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  <p:sp>
            <p:nvSpPr>
              <p:cNvPr id="500" name="Google Shape;500;p21"/>
              <p:cNvSpPr/>
              <p:nvPr/>
            </p:nvSpPr>
            <p:spPr>
              <a:xfrm>
                <a:off x="-218875" y="307100"/>
                <a:ext cx="1882500" cy="213000"/>
              </a:xfrm>
              <a:prstGeom prst="roundRect">
                <a:avLst>
                  <a:gd name="adj" fmla="val 50000"/>
                </a:avLst>
              </a:prstGeom>
              <a:solidFill>
                <a:srgbClr val="516CEE">
                  <a:alpha val="607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</p:grpSp>
        <p:grpSp>
          <p:nvGrpSpPr>
            <p:cNvPr id="501" name="Google Shape;501;p21"/>
            <p:cNvGrpSpPr/>
            <p:nvPr/>
          </p:nvGrpSpPr>
          <p:grpSpPr>
            <a:xfrm>
              <a:off x="-260288" y="1809525"/>
              <a:ext cx="986125" cy="2095500"/>
              <a:chOff x="7631225" y="2241175"/>
              <a:chExt cx="986125" cy="2095500"/>
            </a:xfrm>
          </p:grpSpPr>
          <p:cxnSp>
            <p:nvCxnSpPr>
              <p:cNvPr id="502" name="Google Shape;502;p21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3" name="Google Shape;503;p21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4" name="Google Shape;504;p21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5" name="Google Shape;505;p21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6" name="Google Shape;506;p21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7" name="Google Shape;507;p21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8" name="Google Shape;508;p21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9" name="Google Shape;509;p21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0" name="Google Shape;510;p21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1" name="Google Shape;511;p21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2" name="Google Shape;512;p21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3" name="Google Shape;513;p21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4" name="Google Shape;514;p21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5" name="Google Shape;515;p21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16" name="Google Shape;516;p21"/>
            <p:cNvSpPr/>
            <p:nvPr/>
          </p:nvSpPr>
          <p:spPr>
            <a:xfrm rot="-5400000">
              <a:off x="5322038" y="-1374850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17" name="Google Shape;517;p21"/>
          <p:cNvSpPr txBox="1">
            <a:spLocks noGrp="1"/>
          </p:cNvSpPr>
          <p:nvPr>
            <p:ph type="title"/>
          </p:nvPr>
        </p:nvSpPr>
        <p:spPr>
          <a:xfrm>
            <a:off x="4596287" y="1944159"/>
            <a:ext cx="3029700" cy="59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18" name="Google Shape;518;p21"/>
          <p:cNvSpPr txBox="1">
            <a:spLocks noGrp="1"/>
          </p:cNvSpPr>
          <p:nvPr>
            <p:ph type="subTitle" idx="1"/>
          </p:nvPr>
        </p:nvSpPr>
        <p:spPr>
          <a:xfrm>
            <a:off x="4596287" y="2482430"/>
            <a:ext cx="3029700" cy="7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_1_1_1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1" name="Google Shape;521;p22"/>
          <p:cNvGrpSpPr/>
          <p:nvPr/>
        </p:nvGrpSpPr>
        <p:grpSpPr>
          <a:xfrm>
            <a:off x="-378350" y="-71600"/>
            <a:ext cx="10617113" cy="3308050"/>
            <a:chOff x="-378350" y="-71600"/>
            <a:chExt cx="10617113" cy="3308050"/>
          </a:xfrm>
        </p:grpSpPr>
        <p:sp>
          <p:nvSpPr>
            <p:cNvPr id="522" name="Google Shape;522;p22"/>
            <p:cNvSpPr/>
            <p:nvPr/>
          </p:nvSpPr>
          <p:spPr>
            <a:xfrm rot="10800000" flipH="1">
              <a:off x="-378350" y="-7160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523" name="Google Shape;523;p22"/>
            <p:cNvGrpSpPr/>
            <p:nvPr/>
          </p:nvGrpSpPr>
          <p:grpSpPr>
            <a:xfrm>
              <a:off x="8353488" y="1352200"/>
              <a:ext cx="1885275" cy="1884250"/>
              <a:chOff x="2609275" y="3149350"/>
              <a:chExt cx="1885275" cy="1884250"/>
            </a:xfrm>
          </p:grpSpPr>
          <p:sp>
            <p:nvSpPr>
              <p:cNvPr id="524" name="Google Shape;524;p22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25" name="Google Shape;525;p22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26" name="Google Shape;526;p22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27" name="Google Shape;527;p22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28" name="Google Shape;528;p22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29" name="Google Shape;529;p22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30" name="Google Shape;530;p22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31" name="Google Shape;531;p22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32" name="Google Shape;532;p22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33" name="Google Shape;533;p22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34" name="Google Shape;534;p22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35" name="Google Shape;535;p22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36" name="Google Shape;536;p22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37" name="Google Shape;537;p22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38" name="Google Shape;538;p22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39" name="Google Shape;539;p22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0" name="Google Shape;540;p22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1" name="Google Shape;541;p22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2" name="Google Shape;542;p22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543" name="Google Shape;543;p22"/>
          <p:cNvSpPr/>
          <p:nvPr/>
        </p:nvSpPr>
        <p:spPr>
          <a:xfrm rot="10800000">
            <a:off x="6872575" y="0"/>
            <a:ext cx="2263500" cy="313800"/>
          </a:xfrm>
          <a:prstGeom prst="round1Rect">
            <a:avLst>
              <a:gd name="adj" fmla="val 50000"/>
            </a:avLst>
          </a:prstGeom>
          <a:solidFill>
            <a:srgbClr val="006DF5">
              <a:alpha val="405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44" name="Google Shape;544;p22"/>
          <p:cNvSpPr txBox="1">
            <a:spLocks noGrp="1"/>
          </p:cNvSpPr>
          <p:nvPr>
            <p:ph type="title"/>
          </p:nvPr>
        </p:nvSpPr>
        <p:spPr>
          <a:xfrm>
            <a:off x="1352263" y="1785450"/>
            <a:ext cx="3029700" cy="91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5" name="Google Shape;545;p22"/>
          <p:cNvSpPr txBox="1">
            <a:spLocks noGrp="1"/>
          </p:cNvSpPr>
          <p:nvPr>
            <p:ph type="subTitle" idx="1"/>
          </p:nvPr>
        </p:nvSpPr>
        <p:spPr>
          <a:xfrm>
            <a:off x="1352263" y="2641021"/>
            <a:ext cx="3029700" cy="7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4_1_1_1_1_1"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8" name="Google Shape;548;p23"/>
          <p:cNvGrpSpPr/>
          <p:nvPr/>
        </p:nvGrpSpPr>
        <p:grpSpPr>
          <a:xfrm>
            <a:off x="0" y="0"/>
            <a:ext cx="9725100" cy="5143488"/>
            <a:chOff x="0" y="0"/>
            <a:chExt cx="9725100" cy="5143488"/>
          </a:xfrm>
        </p:grpSpPr>
        <p:sp>
          <p:nvSpPr>
            <p:cNvPr id="549" name="Google Shape;549;p23"/>
            <p:cNvSpPr/>
            <p:nvPr/>
          </p:nvSpPr>
          <p:spPr>
            <a:xfrm>
              <a:off x="0" y="4829688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550" name="Google Shape;550;p23"/>
            <p:cNvSpPr/>
            <p:nvPr/>
          </p:nvSpPr>
          <p:spPr>
            <a:xfrm>
              <a:off x="7842600" y="25110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551" name="Google Shape;551;p23"/>
            <p:cNvSpPr/>
            <p:nvPr/>
          </p:nvSpPr>
          <p:spPr>
            <a:xfrm rot="5400000">
              <a:off x="983550" y="-983550"/>
              <a:ext cx="358800" cy="23259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552" name="Google Shape;552;p23"/>
            <p:cNvSpPr/>
            <p:nvPr/>
          </p:nvSpPr>
          <p:spPr>
            <a:xfrm>
              <a:off x="0" y="0"/>
              <a:ext cx="579900" cy="23259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553" name="Google Shape;553;p2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4" name="Google Shape;554;p23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7" name="Google Shape;557;p24"/>
          <p:cNvGrpSpPr/>
          <p:nvPr/>
        </p:nvGrpSpPr>
        <p:grpSpPr>
          <a:xfrm>
            <a:off x="0" y="-8724"/>
            <a:ext cx="9143975" cy="5152249"/>
            <a:chOff x="0" y="-8724"/>
            <a:chExt cx="9143975" cy="5152249"/>
          </a:xfrm>
        </p:grpSpPr>
        <p:sp>
          <p:nvSpPr>
            <p:cNvPr id="558" name="Google Shape;558;p24"/>
            <p:cNvSpPr/>
            <p:nvPr/>
          </p:nvSpPr>
          <p:spPr>
            <a:xfrm>
              <a:off x="8421575" y="3272125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559" name="Google Shape;559;p24"/>
            <p:cNvSpPr/>
            <p:nvPr/>
          </p:nvSpPr>
          <p:spPr>
            <a:xfrm>
              <a:off x="0" y="4829725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560" name="Google Shape;560;p24"/>
            <p:cNvSpPr/>
            <p:nvPr/>
          </p:nvSpPr>
          <p:spPr>
            <a:xfrm rot="5400000">
              <a:off x="870900" y="-879624"/>
              <a:ext cx="433500" cy="21753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561" name="Google Shape;561;p24"/>
          <p:cNvGrpSpPr/>
          <p:nvPr/>
        </p:nvGrpSpPr>
        <p:grpSpPr>
          <a:xfrm>
            <a:off x="-394025" y="-169100"/>
            <a:ext cx="10831138" cy="3165538"/>
            <a:chOff x="-394025" y="-169100"/>
            <a:chExt cx="10831138" cy="3165538"/>
          </a:xfrm>
        </p:grpSpPr>
        <p:sp>
          <p:nvSpPr>
            <p:cNvPr id="562" name="Google Shape;562;p24"/>
            <p:cNvSpPr/>
            <p:nvPr/>
          </p:nvSpPr>
          <p:spPr>
            <a:xfrm rot="10800000">
              <a:off x="6344350" y="-169100"/>
              <a:ext cx="2936100" cy="7086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563" name="Google Shape;563;p24"/>
            <p:cNvGrpSpPr/>
            <p:nvPr/>
          </p:nvGrpSpPr>
          <p:grpSpPr>
            <a:xfrm>
              <a:off x="-394025" y="172575"/>
              <a:ext cx="986125" cy="2095500"/>
              <a:chOff x="7631225" y="2241175"/>
              <a:chExt cx="986125" cy="2095500"/>
            </a:xfrm>
          </p:grpSpPr>
          <p:cxnSp>
            <p:nvCxnSpPr>
              <p:cNvPr id="564" name="Google Shape;564;p24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5" name="Google Shape;565;p24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6" name="Google Shape;566;p24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7" name="Google Shape;567;p24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8" name="Google Shape;568;p24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9" name="Google Shape;569;p24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0" name="Google Shape;570;p24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1" name="Google Shape;571;p24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2" name="Google Shape;572;p24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3" name="Google Shape;573;p24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4" name="Google Shape;574;p24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5" name="Google Shape;575;p24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6" name="Google Shape;576;p24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7" name="Google Shape;577;p24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78" name="Google Shape;578;p24"/>
            <p:cNvGrpSpPr/>
            <p:nvPr/>
          </p:nvGrpSpPr>
          <p:grpSpPr>
            <a:xfrm>
              <a:off x="8551838" y="1112188"/>
              <a:ext cx="1885275" cy="1884250"/>
              <a:chOff x="2609275" y="3149350"/>
              <a:chExt cx="1885275" cy="1884250"/>
            </a:xfrm>
          </p:grpSpPr>
          <p:sp>
            <p:nvSpPr>
              <p:cNvPr id="579" name="Google Shape;579;p24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80" name="Google Shape;580;p24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81" name="Google Shape;581;p24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82" name="Google Shape;582;p24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83" name="Google Shape;583;p24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84" name="Google Shape;584;p24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85" name="Google Shape;585;p24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86" name="Google Shape;586;p24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87" name="Google Shape;587;p24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88" name="Google Shape;588;p24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89" name="Google Shape;589;p24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0" name="Google Shape;590;p24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1" name="Google Shape;591;p24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2" name="Google Shape;592;p24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3" name="Google Shape;593;p24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4" name="Google Shape;594;p24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5" name="Google Shape;595;p24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6" name="Google Shape;596;p24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7" name="Google Shape;597;p24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598" name="Google Shape;598;p2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9" name="Google Shape;599;p24"/>
          <p:cNvSpPr txBox="1">
            <a:spLocks noGrp="1"/>
          </p:cNvSpPr>
          <p:nvPr>
            <p:ph type="subTitle" idx="1"/>
          </p:nvPr>
        </p:nvSpPr>
        <p:spPr>
          <a:xfrm>
            <a:off x="991525" y="2867950"/>
            <a:ext cx="31890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0" name="Google Shape;600;p24"/>
          <p:cNvSpPr txBox="1">
            <a:spLocks noGrp="1"/>
          </p:cNvSpPr>
          <p:nvPr>
            <p:ph type="subTitle" idx="2"/>
          </p:nvPr>
        </p:nvSpPr>
        <p:spPr>
          <a:xfrm>
            <a:off x="4963503" y="2867950"/>
            <a:ext cx="31890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24"/>
          <p:cNvSpPr txBox="1">
            <a:spLocks noGrp="1"/>
          </p:cNvSpPr>
          <p:nvPr>
            <p:ph type="subTitle" idx="3"/>
          </p:nvPr>
        </p:nvSpPr>
        <p:spPr>
          <a:xfrm>
            <a:off x="991525" y="2567475"/>
            <a:ext cx="31890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02" name="Google Shape;602;p24"/>
          <p:cNvSpPr txBox="1">
            <a:spLocks noGrp="1"/>
          </p:cNvSpPr>
          <p:nvPr>
            <p:ph type="subTitle" idx="4"/>
          </p:nvPr>
        </p:nvSpPr>
        <p:spPr>
          <a:xfrm>
            <a:off x="4963514" y="2567475"/>
            <a:ext cx="31890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5" name="Google Shape;605;p25"/>
          <p:cNvGrpSpPr/>
          <p:nvPr/>
        </p:nvGrpSpPr>
        <p:grpSpPr>
          <a:xfrm>
            <a:off x="-49825" y="-374550"/>
            <a:ext cx="9556425" cy="7430813"/>
            <a:chOff x="-49825" y="-374550"/>
            <a:chExt cx="9556425" cy="7430813"/>
          </a:xfrm>
        </p:grpSpPr>
        <p:sp>
          <p:nvSpPr>
            <p:cNvPr id="606" name="Google Shape;606;p25"/>
            <p:cNvSpPr/>
            <p:nvPr/>
          </p:nvSpPr>
          <p:spPr>
            <a:xfrm rot="10800000" flipH="1">
              <a:off x="-49825" y="-19510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607" name="Google Shape;607;p25"/>
            <p:cNvGrpSpPr/>
            <p:nvPr/>
          </p:nvGrpSpPr>
          <p:grpSpPr>
            <a:xfrm>
              <a:off x="8520475" y="-374550"/>
              <a:ext cx="986125" cy="2095500"/>
              <a:chOff x="7631225" y="2241175"/>
              <a:chExt cx="986125" cy="2095500"/>
            </a:xfrm>
          </p:grpSpPr>
          <p:cxnSp>
            <p:nvCxnSpPr>
              <p:cNvPr id="608" name="Google Shape;608;p25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9" name="Google Shape;609;p25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0" name="Google Shape;610;p25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1" name="Google Shape;611;p25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2" name="Google Shape;612;p25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3" name="Google Shape;613;p25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4" name="Google Shape;614;p25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5" name="Google Shape;615;p25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6" name="Google Shape;616;p25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7" name="Google Shape;617;p25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8" name="Google Shape;618;p25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9" name="Google Shape;619;p25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0" name="Google Shape;620;p25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5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22" name="Google Shape;622;p25"/>
            <p:cNvSpPr/>
            <p:nvPr/>
          </p:nvSpPr>
          <p:spPr>
            <a:xfrm rot="5400000">
              <a:off x="2920037" y="4730438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23" name="Google Shape;623;p25"/>
          <p:cNvGrpSpPr/>
          <p:nvPr/>
        </p:nvGrpSpPr>
        <p:grpSpPr>
          <a:xfrm>
            <a:off x="-323125" y="3272100"/>
            <a:ext cx="9467125" cy="1871400"/>
            <a:chOff x="-323125" y="3272100"/>
            <a:chExt cx="9467125" cy="1871400"/>
          </a:xfrm>
        </p:grpSpPr>
        <p:sp>
          <p:nvSpPr>
            <p:cNvPr id="624" name="Google Shape;624;p25"/>
            <p:cNvSpPr/>
            <p:nvPr/>
          </p:nvSpPr>
          <p:spPr>
            <a:xfrm>
              <a:off x="0" y="3272100"/>
              <a:ext cx="4575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25" name="Google Shape;625;p25"/>
            <p:cNvSpPr/>
            <p:nvPr/>
          </p:nvSpPr>
          <p:spPr>
            <a:xfrm flipH="1">
              <a:off x="8600100" y="3551700"/>
              <a:ext cx="543900" cy="15918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26" name="Google Shape;626;p25"/>
            <p:cNvSpPr/>
            <p:nvPr/>
          </p:nvSpPr>
          <p:spPr>
            <a:xfrm>
              <a:off x="-323125" y="4730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27" name="Google Shape;627;p25"/>
            <p:cNvSpPr/>
            <p:nvPr/>
          </p:nvSpPr>
          <p:spPr>
            <a:xfrm flipH="1">
              <a:off x="6880500" y="482970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628" name="Google Shape;628;p2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29" name="Google Shape;629;p25"/>
          <p:cNvSpPr txBox="1">
            <a:spLocks noGrp="1"/>
          </p:cNvSpPr>
          <p:nvPr>
            <p:ph type="subTitle" idx="1"/>
          </p:nvPr>
        </p:nvSpPr>
        <p:spPr>
          <a:xfrm>
            <a:off x="798552" y="2867950"/>
            <a:ext cx="23898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0" name="Google Shape;630;p25"/>
          <p:cNvSpPr txBox="1">
            <a:spLocks noGrp="1"/>
          </p:cNvSpPr>
          <p:nvPr>
            <p:ph type="subTitle" idx="2"/>
          </p:nvPr>
        </p:nvSpPr>
        <p:spPr>
          <a:xfrm>
            <a:off x="3377088" y="2867950"/>
            <a:ext cx="23898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1" name="Google Shape;631;p25"/>
          <p:cNvSpPr txBox="1">
            <a:spLocks noGrp="1"/>
          </p:cNvSpPr>
          <p:nvPr>
            <p:ph type="subTitle" idx="3"/>
          </p:nvPr>
        </p:nvSpPr>
        <p:spPr>
          <a:xfrm>
            <a:off x="798552" y="2567475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32" name="Google Shape;632;p25"/>
          <p:cNvSpPr txBox="1">
            <a:spLocks noGrp="1"/>
          </p:cNvSpPr>
          <p:nvPr>
            <p:ph type="subTitle" idx="4"/>
          </p:nvPr>
        </p:nvSpPr>
        <p:spPr>
          <a:xfrm>
            <a:off x="3377096" y="2567475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33" name="Google Shape;633;p25"/>
          <p:cNvSpPr txBox="1">
            <a:spLocks noGrp="1"/>
          </p:cNvSpPr>
          <p:nvPr>
            <p:ph type="subTitle" idx="5"/>
          </p:nvPr>
        </p:nvSpPr>
        <p:spPr>
          <a:xfrm>
            <a:off x="5955640" y="2867950"/>
            <a:ext cx="23898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4" name="Google Shape;634;p25"/>
          <p:cNvSpPr txBox="1">
            <a:spLocks noGrp="1"/>
          </p:cNvSpPr>
          <p:nvPr>
            <p:ph type="subTitle" idx="6"/>
          </p:nvPr>
        </p:nvSpPr>
        <p:spPr>
          <a:xfrm>
            <a:off x="5955648" y="2567475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1_2"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8" name="Google Shape;638;p26"/>
          <p:cNvGrpSpPr/>
          <p:nvPr/>
        </p:nvGrpSpPr>
        <p:grpSpPr>
          <a:xfrm>
            <a:off x="-5879" y="147050"/>
            <a:ext cx="9418079" cy="5003125"/>
            <a:chOff x="-5879" y="147050"/>
            <a:chExt cx="9418079" cy="5003125"/>
          </a:xfrm>
        </p:grpSpPr>
        <p:sp>
          <p:nvSpPr>
            <p:cNvPr id="639" name="Google Shape;639;p26"/>
            <p:cNvSpPr/>
            <p:nvPr/>
          </p:nvSpPr>
          <p:spPr>
            <a:xfrm>
              <a:off x="-5879" y="3278775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40" name="Google Shape;640;p26"/>
            <p:cNvSpPr/>
            <p:nvPr/>
          </p:nvSpPr>
          <p:spPr>
            <a:xfrm rot="-5400000">
              <a:off x="7966213" y="3965700"/>
              <a:ext cx="493800" cy="18618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41" name="Google Shape;641;p26"/>
            <p:cNvSpPr/>
            <p:nvPr/>
          </p:nvSpPr>
          <p:spPr>
            <a:xfrm>
              <a:off x="0" y="4829625"/>
              <a:ext cx="22158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42" name="Google Shape;642;p26"/>
            <p:cNvSpPr/>
            <p:nvPr/>
          </p:nvSpPr>
          <p:spPr>
            <a:xfrm>
              <a:off x="7529700" y="1470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643" name="Google Shape;643;p26"/>
          <p:cNvGrpSpPr/>
          <p:nvPr/>
        </p:nvGrpSpPr>
        <p:grpSpPr>
          <a:xfrm>
            <a:off x="-161275" y="-1397762"/>
            <a:ext cx="9767800" cy="5017263"/>
            <a:chOff x="-161275" y="-1397762"/>
            <a:chExt cx="9767800" cy="5017263"/>
          </a:xfrm>
        </p:grpSpPr>
        <p:sp>
          <p:nvSpPr>
            <p:cNvPr id="644" name="Google Shape;644;p26"/>
            <p:cNvSpPr/>
            <p:nvPr/>
          </p:nvSpPr>
          <p:spPr>
            <a:xfrm rot="10800000" flipH="1">
              <a:off x="-161275" y="-364900"/>
              <a:ext cx="3429000" cy="8514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645" name="Google Shape;645;p26"/>
            <p:cNvGrpSpPr/>
            <p:nvPr/>
          </p:nvGrpSpPr>
          <p:grpSpPr>
            <a:xfrm>
              <a:off x="8620400" y="1524000"/>
              <a:ext cx="986125" cy="2095500"/>
              <a:chOff x="7631225" y="2241175"/>
              <a:chExt cx="986125" cy="2095500"/>
            </a:xfrm>
          </p:grpSpPr>
          <p:cxnSp>
            <p:nvCxnSpPr>
              <p:cNvPr id="646" name="Google Shape;646;p26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6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6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9" name="Google Shape;649;p26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0" name="Google Shape;650;p26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1" name="Google Shape;651;p26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2" name="Google Shape;652;p26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3" name="Google Shape;653;p26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4" name="Google Shape;654;p26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5" name="Google Shape;655;p26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6" name="Google Shape;656;p26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7" name="Google Shape;657;p26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8" name="Google Shape;658;p26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9" name="Google Shape;659;p26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60" name="Google Shape;660;p26"/>
            <p:cNvGrpSpPr/>
            <p:nvPr/>
          </p:nvGrpSpPr>
          <p:grpSpPr>
            <a:xfrm>
              <a:off x="4796563" y="-1397762"/>
              <a:ext cx="1885275" cy="1884250"/>
              <a:chOff x="2609275" y="3149350"/>
              <a:chExt cx="1885275" cy="1884250"/>
            </a:xfrm>
          </p:grpSpPr>
          <p:sp>
            <p:nvSpPr>
              <p:cNvPr id="661" name="Google Shape;661;p26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2" name="Google Shape;662;p26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3" name="Google Shape;663;p26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4" name="Google Shape;664;p26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5" name="Google Shape;665;p26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6" name="Google Shape;666;p26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7" name="Google Shape;667;p26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8" name="Google Shape;668;p26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9" name="Google Shape;669;p26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70" name="Google Shape;670;p26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71" name="Google Shape;671;p26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72" name="Google Shape;672;p26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73" name="Google Shape;673;p26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74" name="Google Shape;674;p26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75" name="Google Shape;675;p26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76" name="Google Shape;676;p26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77" name="Google Shape;677;p26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78" name="Google Shape;678;p26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79" name="Google Shape;679;p26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680" name="Google Shape;680;p2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81" name="Google Shape;681;p26"/>
          <p:cNvSpPr txBox="1">
            <a:spLocks noGrp="1"/>
          </p:cNvSpPr>
          <p:nvPr>
            <p:ph type="subTitle" idx="1"/>
          </p:nvPr>
        </p:nvSpPr>
        <p:spPr>
          <a:xfrm>
            <a:off x="2886300" y="1757200"/>
            <a:ext cx="3371400" cy="4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82" name="Google Shape;682;p26"/>
          <p:cNvSpPr txBox="1">
            <a:spLocks noGrp="1"/>
          </p:cNvSpPr>
          <p:nvPr>
            <p:ph type="subTitle" idx="2"/>
          </p:nvPr>
        </p:nvSpPr>
        <p:spPr>
          <a:xfrm>
            <a:off x="2886300" y="1456725"/>
            <a:ext cx="33714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83" name="Google Shape;683;p26"/>
          <p:cNvSpPr txBox="1">
            <a:spLocks noGrp="1"/>
          </p:cNvSpPr>
          <p:nvPr>
            <p:ph type="subTitle" idx="3"/>
          </p:nvPr>
        </p:nvSpPr>
        <p:spPr>
          <a:xfrm>
            <a:off x="2886300" y="2814000"/>
            <a:ext cx="3371400" cy="4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84" name="Google Shape;684;p26"/>
          <p:cNvSpPr txBox="1">
            <a:spLocks noGrp="1"/>
          </p:cNvSpPr>
          <p:nvPr>
            <p:ph type="subTitle" idx="4"/>
          </p:nvPr>
        </p:nvSpPr>
        <p:spPr>
          <a:xfrm>
            <a:off x="2886300" y="2513525"/>
            <a:ext cx="33714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85" name="Google Shape;685;p26"/>
          <p:cNvSpPr txBox="1">
            <a:spLocks noGrp="1"/>
          </p:cNvSpPr>
          <p:nvPr>
            <p:ph type="subTitle" idx="5"/>
          </p:nvPr>
        </p:nvSpPr>
        <p:spPr>
          <a:xfrm>
            <a:off x="2886300" y="3870800"/>
            <a:ext cx="3371400" cy="4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86" name="Google Shape;686;p26"/>
          <p:cNvSpPr txBox="1">
            <a:spLocks noGrp="1"/>
          </p:cNvSpPr>
          <p:nvPr>
            <p:ph type="subTitle" idx="6"/>
          </p:nvPr>
        </p:nvSpPr>
        <p:spPr>
          <a:xfrm>
            <a:off x="2886300" y="3570325"/>
            <a:ext cx="33714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_1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8" name="Google Shape;688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9" name="Google Shape;689;p27"/>
          <p:cNvGrpSpPr/>
          <p:nvPr/>
        </p:nvGrpSpPr>
        <p:grpSpPr>
          <a:xfrm>
            <a:off x="-373450" y="0"/>
            <a:ext cx="9517450" cy="5162825"/>
            <a:chOff x="-373450" y="0"/>
            <a:chExt cx="9517450" cy="5162825"/>
          </a:xfrm>
        </p:grpSpPr>
        <p:sp>
          <p:nvSpPr>
            <p:cNvPr id="690" name="Google Shape;690;p27"/>
            <p:cNvSpPr/>
            <p:nvPr/>
          </p:nvSpPr>
          <p:spPr>
            <a:xfrm flipH="1">
              <a:off x="8421600" y="0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91" name="Google Shape;691;p27"/>
            <p:cNvSpPr/>
            <p:nvPr/>
          </p:nvSpPr>
          <p:spPr>
            <a:xfrm rot="5400000" flipH="1">
              <a:off x="893400" y="3800225"/>
              <a:ext cx="441600" cy="2283600"/>
            </a:xfrm>
            <a:prstGeom prst="round1Rect">
              <a:avLst>
                <a:gd name="adj" fmla="val 49349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92" name="Google Shape;692;p27"/>
            <p:cNvSpPr/>
            <p:nvPr/>
          </p:nvSpPr>
          <p:spPr>
            <a:xfrm rot="10800000">
              <a:off x="6880500" y="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93" name="Google Shape;693;p27"/>
            <p:cNvSpPr/>
            <p:nvPr/>
          </p:nvSpPr>
          <p:spPr>
            <a:xfrm>
              <a:off x="-373450" y="10080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694" name="Google Shape;694;p27"/>
          <p:cNvGrpSpPr/>
          <p:nvPr/>
        </p:nvGrpSpPr>
        <p:grpSpPr>
          <a:xfrm>
            <a:off x="8575563" y="3999888"/>
            <a:ext cx="1885275" cy="1884250"/>
            <a:chOff x="2609275" y="3149350"/>
            <a:chExt cx="1885275" cy="1884250"/>
          </a:xfrm>
        </p:grpSpPr>
        <p:sp>
          <p:nvSpPr>
            <p:cNvPr id="695" name="Google Shape;695;p27"/>
            <p:cNvSpPr/>
            <p:nvPr/>
          </p:nvSpPr>
          <p:spPr>
            <a:xfrm>
              <a:off x="3923900" y="3224950"/>
              <a:ext cx="494025" cy="495025"/>
            </a:xfrm>
            <a:custGeom>
              <a:avLst/>
              <a:gdLst/>
              <a:ahLst/>
              <a:cxnLst/>
              <a:rect l="l" t="t" r="r" b="b"/>
              <a:pathLst>
                <a:path w="19761" h="19801" extrusionOk="0">
                  <a:moveTo>
                    <a:pt x="485" y="202"/>
                  </a:moveTo>
                  <a:cubicBezTo>
                    <a:pt x="323" y="162"/>
                    <a:pt x="162" y="81"/>
                    <a:pt x="1" y="1"/>
                  </a:cubicBezTo>
                  <a:lnTo>
                    <a:pt x="19761" y="19801"/>
                  </a:lnTo>
                  <a:cubicBezTo>
                    <a:pt x="19720" y="19640"/>
                    <a:pt x="19640" y="19478"/>
                    <a:pt x="19559" y="19317"/>
                  </a:cubicBezTo>
                  <a:lnTo>
                    <a:pt x="485" y="2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6" name="Google Shape;696;p27"/>
            <p:cNvSpPr/>
            <p:nvPr/>
          </p:nvSpPr>
          <p:spPr>
            <a:xfrm>
              <a:off x="3725300" y="3164475"/>
              <a:ext cx="753125" cy="753100"/>
            </a:xfrm>
            <a:custGeom>
              <a:avLst/>
              <a:gdLst/>
              <a:ahLst/>
              <a:cxnLst/>
              <a:rect l="l" t="t" r="r" b="b"/>
              <a:pathLst>
                <a:path w="30125" h="30124" extrusionOk="0">
                  <a:moveTo>
                    <a:pt x="323" y="81"/>
                  </a:moveTo>
                  <a:cubicBezTo>
                    <a:pt x="202" y="41"/>
                    <a:pt x="122" y="41"/>
                    <a:pt x="1" y="0"/>
                  </a:cubicBezTo>
                  <a:lnTo>
                    <a:pt x="30124" y="30124"/>
                  </a:lnTo>
                  <a:cubicBezTo>
                    <a:pt x="30084" y="30043"/>
                    <a:pt x="30084" y="29922"/>
                    <a:pt x="30043" y="29801"/>
                  </a:cubicBezTo>
                  <a:lnTo>
                    <a:pt x="323" y="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7" name="Google Shape;697;p27"/>
            <p:cNvSpPr/>
            <p:nvPr/>
          </p:nvSpPr>
          <p:spPr>
            <a:xfrm>
              <a:off x="3572075" y="3149350"/>
              <a:ext cx="922475" cy="922475"/>
            </a:xfrm>
            <a:custGeom>
              <a:avLst/>
              <a:gdLst/>
              <a:ahLst/>
              <a:cxnLst/>
              <a:rect l="l" t="t" r="r" b="b"/>
              <a:pathLst>
                <a:path w="36899" h="36899" extrusionOk="0">
                  <a:moveTo>
                    <a:pt x="282" y="0"/>
                  </a:moveTo>
                  <a:cubicBezTo>
                    <a:pt x="161" y="0"/>
                    <a:pt x="81" y="0"/>
                    <a:pt x="0" y="0"/>
                  </a:cubicBezTo>
                  <a:lnTo>
                    <a:pt x="36898" y="36899"/>
                  </a:lnTo>
                  <a:cubicBezTo>
                    <a:pt x="36898" y="36778"/>
                    <a:pt x="36898" y="36697"/>
                    <a:pt x="36858" y="36616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8" name="Google Shape;698;p27"/>
            <p:cNvSpPr/>
            <p:nvPr/>
          </p:nvSpPr>
          <p:spPr>
            <a:xfrm>
              <a:off x="3440000" y="3154400"/>
              <a:ext cx="1048500" cy="1048500"/>
            </a:xfrm>
            <a:custGeom>
              <a:avLst/>
              <a:gdLst/>
              <a:ahLst/>
              <a:cxnLst/>
              <a:rect l="l" t="t" r="r" b="b"/>
              <a:pathLst>
                <a:path w="41940" h="41940" extrusionOk="0">
                  <a:moveTo>
                    <a:pt x="242" y="0"/>
                  </a:moveTo>
                  <a:cubicBezTo>
                    <a:pt x="162" y="40"/>
                    <a:pt x="81" y="40"/>
                    <a:pt x="0" y="40"/>
                  </a:cubicBezTo>
                  <a:lnTo>
                    <a:pt x="41899" y="41939"/>
                  </a:lnTo>
                  <a:cubicBezTo>
                    <a:pt x="41899" y="41858"/>
                    <a:pt x="41939" y="41778"/>
                    <a:pt x="41939" y="416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9" name="Google Shape;699;p27"/>
            <p:cNvSpPr/>
            <p:nvPr/>
          </p:nvSpPr>
          <p:spPr>
            <a:xfrm>
              <a:off x="3323050" y="3175550"/>
              <a:ext cx="1145275" cy="1144275"/>
            </a:xfrm>
            <a:custGeom>
              <a:avLst/>
              <a:gdLst/>
              <a:ahLst/>
              <a:cxnLst/>
              <a:rect l="l" t="t" r="r" b="b"/>
              <a:pathLst>
                <a:path w="45811" h="45771" extrusionOk="0">
                  <a:moveTo>
                    <a:pt x="243" y="1"/>
                  </a:moveTo>
                  <a:cubicBezTo>
                    <a:pt x="162" y="1"/>
                    <a:pt x="81" y="41"/>
                    <a:pt x="1" y="41"/>
                  </a:cubicBezTo>
                  <a:lnTo>
                    <a:pt x="45730" y="45771"/>
                  </a:lnTo>
                  <a:cubicBezTo>
                    <a:pt x="45771" y="45690"/>
                    <a:pt x="45771" y="45610"/>
                    <a:pt x="45811" y="455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0" name="Google Shape;700;p27"/>
            <p:cNvSpPr/>
            <p:nvPr/>
          </p:nvSpPr>
          <p:spPr>
            <a:xfrm>
              <a:off x="3218200" y="3207825"/>
              <a:ext cx="1216875" cy="1216850"/>
            </a:xfrm>
            <a:custGeom>
              <a:avLst/>
              <a:gdLst/>
              <a:ahLst/>
              <a:cxnLst/>
              <a:rect l="l" t="t" r="r" b="b"/>
              <a:pathLst>
                <a:path w="48675" h="48674" extrusionOk="0">
                  <a:moveTo>
                    <a:pt x="202" y="0"/>
                  </a:moveTo>
                  <a:cubicBezTo>
                    <a:pt x="122" y="0"/>
                    <a:pt x="81" y="41"/>
                    <a:pt x="1" y="81"/>
                  </a:cubicBezTo>
                  <a:lnTo>
                    <a:pt x="48593" y="48674"/>
                  </a:lnTo>
                  <a:cubicBezTo>
                    <a:pt x="48634" y="48633"/>
                    <a:pt x="48674" y="48553"/>
                    <a:pt x="48674" y="484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1" name="Google Shape;701;p27"/>
            <p:cNvSpPr/>
            <p:nvPr/>
          </p:nvSpPr>
          <p:spPr>
            <a:xfrm>
              <a:off x="3122425" y="3249150"/>
              <a:ext cx="1271300" cy="1271300"/>
            </a:xfrm>
            <a:custGeom>
              <a:avLst/>
              <a:gdLst/>
              <a:ahLst/>
              <a:cxnLst/>
              <a:rect l="l" t="t" r="r" b="b"/>
              <a:pathLst>
                <a:path w="50852" h="50852" extrusionOk="0">
                  <a:moveTo>
                    <a:pt x="202" y="1"/>
                  </a:moveTo>
                  <a:cubicBezTo>
                    <a:pt x="122" y="41"/>
                    <a:pt x="81" y="81"/>
                    <a:pt x="1" y="122"/>
                  </a:cubicBezTo>
                  <a:lnTo>
                    <a:pt x="50771" y="50852"/>
                  </a:lnTo>
                  <a:cubicBezTo>
                    <a:pt x="50771" y="50811"/>
                    <a:pt x="50811" y="50731"/>
                    <a:pt x="50852" y="506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2" name="Google Shape;702;p27"/>
            <p:cNvSpPr/>
            <p:nvPr/>
          </p:nvSpPr>
          <p:spPr>
            <a:xfrm>
              <a:off x="3035725" y="3299550"/>
              <a:ext cx="1307600" cy="1308625"/>
            </a:xfrm>
            <a:custGeom>
              <a:avLst/>
              <a:gdLst/>
              <a:ahLst/>
              <a:cxnLst/>
              <a:rect l="l" t="t" r="r" b="b"/>
              <a:pathLst>
                <a:path w="52304" h="52345" extrusionOk="0">
                  <a:moveTo>
                    <a:pt x="162" y="1"/>
                  </a:moveTo>
                  <a:cubicBezTo>
                    <a:pt x="81" y="41"/>
                    <a:pt x="41" y="82"/>
                    <a:pt x="1" y="122"/>
                  </a:cubicBezTo>
                  <a:lnTo>
                    <a:pt x="52182" y="52344"/>
                  </a:lnTo>
                  <a:cubicBezTo>
                    <a:pt x="52223" y="52263"/>
                    <a:pt x="52263" y="52223"/>
                    <a:pt x="52303" y="521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3" name="Google Shape;703;p27"/>
            <p:cNvSpPr/>
            <p:nvPr/>
          </p:nvSpPr>
          <p:spPr>
            <a:xfrm>
              <a:off x="2956075" y="3358025"/>
              <a:ext cx="1328775" cy="1329775"/>
            </a:xfrm>
            <a:custGeom>
              <a:avLst/>
              <a:gdLst/>
              <a:ahLst/>
              <a:cxnLst/>
              <a:rect l="l" t="t" r="r" b="b"/>
              <a:pathLst>
                <a:path w="53151" h="53191" extrusionOk="0">
                  <a:moveTo>
                    <a:pt x="122" y="1"/>
                  </a:moveTo>
                  <a:cubicBezTo>
                    <a:pt x="82" y="41"/>
                    <a:pt x="41" y="82"/>
                    <a:pt x="1" y="122"/>
                  </a:cubicBezTo>
                  <a:lnTo>
                    <a:pt x="53030" y="53191"/>
                  </a:lnTo>
                  <a:cubicBezTo>
                    <a:pt x="53070" y="53110"/>
                    <a:pt x="53110" y="53070"/>
                    <a:pt x="53151" y="53030"/>
                  </a:cubicBezTo>
                  <a:lnTo>
                    <a:pt x="1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4" name="Google Shape;704;p27"/>
            <p:cNvSpPr/>
            <p:nvPr/>
          </p:nvSpPr>
          <p:spPr>
            <a:xfrm>
              <a:off x="2883500" y="3422550"/>
              <a:ext cx="1336825" cy="1336825"/>
            </a:xfrm>
            <a:custGeom>
              <a:avLst/>
              <a:gdLst/>
              <a:ahLst/>
              <a:cxnLst/>
              <a:rect l="l" t="t" r="r" b="b"/>
              <a:pathLst>
                <a:path w="53473" h="53473" extrusionOk="0">
                  <a:moveTo>
                    <a:pt x="121" y="1"/>
                  </a:moveTo>
                  <a:cubicBezTo>
                    <a:pt x="121" y="1"/>
                    <a:pt x="81" y="81"/>
                    <a:pt x="81" y="81"/>
                  </a:cubicBezTo>
                  <a:cubicBezTo>
                    <a:pt x="41" y="122"/>
                    <a:pt x="0" y="122"/>
                    <a:pt x="0" y="162"/>
                  </a:cubicBezTo>
                  <a:lnTo>
                    <a:pt x="53311" y="53473"/>
                  </a:lnTo>
                  <a:cubicBezTo>
                    <a:pt x="53311" y="53473"/>
                    <a:pt x="53392" y="53433"/>
                    <a:pt x="53392" y="53433"/>
                  </a:cubicBezTo>
                  <a:cubicBezTo>
                    <a:pt x="53432" y="53392"/>
                    <a:pt x="53432" y="53392"/>
                    <a:pt x="53473" y="533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5" name="Google Shape;705;p27"/>
            <p:cNvSpPr/>
            <p:nvPr/>
          </p:nvSpPr>
          <p:spPr>
            <a:xfrm>
              <a:off x="2817975" y="3495150"/>
              <a:ext cx="1329775" cy="1329775"/>
            </a:xfrm>
            <a:custGeom>
              <a:avLst/>
              <a:gdLst/>
              <a:ahLst/>
              <a:cxnLst/>
              <a:rect l="l" t="t" r="r" b="b"/>
              <a:pathLst>
                <a:path w="53191" h="53191" extrusionOk="0">
                  <a:moveTo>
                    <a:pt x="121" y="0"/>
                  </a:moveTo>
                  <a:cubicBezTo>
                    <a:pt x="81" y="41"/>
                    <a:pt x="41" y="121"/>
                    <a:pt x="0" y="161"/>
                  </a:cubicBezTo>
                  <a:lnTo>
                    <a:pt x="53029" y="53190"/>
                  </a:lnTo>
                  <a:cubicBezTo>
                    <a:pt x="53110" y="53150"/>
                    <a:pt x="53150" y="53109"/>
                    <a:pt x="53190" y="53069"/>
                  </a:cubicBezTo>
                  <a:lnTo>
                    <a:pt x="1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6" name="Google Shape;706;p27"/>
            <p:cNvSpPr/>
            <p:nvPr/>
          </p:nvSpPr>
          <p:spPr>
            <a:xfrm>
              <a:off x="2760500" y="3574775"/>
              <a:ext cx="1307600" cy="1308625"/>
            </a:xfrm>
            <a:custGeom>
              <a:avLst/>
              <a:gdLst/>
              <a:ahLst/>
              <a:cxnLst/>
              <a:rect l="l" t="t" r="r" b="b"/>
              <a:pathLst>
                <a:path w="52304" h="52345" extrusionOk="0">
                  <a:moveTo>
                    <a:pt x="81" y="1"/>
                  </a:moveTo>
                  <a:cubicBezTo>
                    <a:pt x="41" y="82"/>
                    <a:pt x="41" y="122"/>
                    <a:pt x="1" y="162"/>
                  </a:cubicBezTo>
                  <a:lnTo>
                    <a:pt x="52142" y="52344"/>
                  </a:lnTo>
                  <a:cubicBezTo>
                    <a:pt x="52182" y="52304"/>
                    <a:pt x="52263" y="52263"/>
                    <a:pt x="52303" y="52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7" name="Google Shape;707;p27"/>
            <p:cNvSpPr/>
            <p:nvPr/>
          </p:nvSpPr>
          <p:spPr>
            <a:xfrm>
              <a:off x="2710100" y="3662500"/>
              <a:ext cx="1271300" cy="1271300"/>
            </a:xfrm>
            <a:custGeom>
              <a:avLst/>
              <a:gdLst/>
              <a:ahLst/>
              <a:cxnLst/>
              <a:rect l="l" t="t" r="r" b="b"/>
              <a:pathLst>
                <a:path w="50852" h="50852" extrusionOk="0">
                  <a:moveTo>
                    <a:pt x="81" y="0"/>
                  </a:moveTo>
                  <a:cubicBezTo>
                    <a:pt x="41" y="41"/>
                    <a:pt x="41" y="121"/>
                    <a:pt x="0" y="162"/>
                  </a:cubicBezTo>
                  <a:lnTo>
                    <a:pt x="50650" y="50851"/>
                  </a:lnTo>
                  <a:cubicBezTo>
                    <a:pt x="50690" y="50811"/>
                    <a:pt x="50771" y="50771"/>
                    <a:pt x="50851" y="507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8" name="Google Shape;708;p27"/>
            <p:cNvSpPr/>
            <p:nvPr/>
          </p:nvSpPr>
          <p:spPr>
            <a:xfrm>
              <a:off x="2667750" y="3758275"/>
              <a:ext cx="1216875" cy="1216850"/>
            </a:xfrm>
            <a:custGeom>
              <a:avLst/>
              <a:gdLst/>
              <a:ahLst/>
              <a:cxnLst/>
              <a:rect l="l" t="t" r="r" b="b"/>
              <a:pathLst>
                <a:path w="48675" h="48674" extrusionOk="0">
                  <a:moveTo>
                    <a:pt x="81" y="0"/>
                  </a:moveTo>
                  <a:cubicBezTo>
                    <a:pt x="41" y="41"/>
                    <a:pt x="41" y="121"/>
                    <a:pt x="1" y="202"/>
                  </a:cubicBezTo>
                  <a:lnTo>
                    <a:pt x="48513" y="48674"/>
                  </a:lnTo>
                  <a:cubicBezTo>
                    <a:pt x="48553" y="48633"/>
                    <a:pt x="48634" y="48633"/>
                    <a:pt x="48674" y="485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9" name="Google Shape;709;p27"/>
            <p:cNvSpPr/>
            <p:nvPr/>
          </p:nvSpPr>
          <p:spPr>
            <a:xfrm>
              <a:off x="2635500" y="3863125"/>
              <a:ext cx="1144275" cy="1144275"/>
            </a:xfrm>
            <a:custGeom>
              <a:avLst/>
              <a:gdLst/>
              <a:ahLst/>
              <a:cxnLst/>
              <a:rect l="l" t="t" r="r" b="b"/>
              <a:pathLst>
                <a:path w="45771" h="45771" extrusionOk="0">
                  <a:moveTo>
                    <a:pt x="41" y="0"/>
                  </a:moveTo>
                  <a:cubicBezTo>
                    <a:pt x="41" y="81"/>
                    <a:pt x="0" y="121"/>
                    <a:pt x="0" y="202"/>
                  </a:cubicBezTo>
                  <a:lnTo>
                    <a:pt x="45569" y="45770"/>
                  </a:lnTo>
                  <a:cubicBezTo>
                    <a:pt x="45649" y="45770"/>
                    <a:pt x="45730" y="45730"/>
                    <a:pt x="45770" y="457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0" name="Google Shape;710;p27"/>
            <p:cNvSpPr/>
            <p:nvPr/>
          </p:nvSpPr>
          <p:spPr>
            <a:xfrm>
              <a:off x="2615325" y="3980050"/>
              <a:ext cx="1048500" cy="1048500"/>
            </a:xfrm>
            <a:custGeom>
              <a:avLst/>
              <a:gdLst/>
              <a:ahLst/>
              <a:cxnLst/>
              <a:rect l="l" t="t" r="r" b="b"/>
              <a:pathLst>
                <a:path w="41940" h="41940" extrusionOk="0">
                  <a:moveTo>
                    <a:pt x="1" y="1"/>
                  </a:moveTo>
                  <a:cubicBezTo>
                    <a:pt x="1" y="82"/>
                    <a:pt x="1" y="162"/>
                    <a:pt x="1" y="243"/>
                  </a:cubicBezTo>
                  <a:lnTo>
                    <a:pt x="41657" y="41940"/>
                  </a:lnTo>
                  <a:cubicBezTo>
                    <a:pt x="41738" y="41900"/>
                    <a:pt x="41859" y="41900"/>
                    <a:pt x="41940" y="41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2609275" y="4111125"/>
              <a:ext cx="922500" cy="922475"/>
            </a:xfrm>
            <a:custGeom>
              <a:avLst/>
              <a:gdLst/>
              <a:ahLst/>
              <a:cxnLst/>
              <a:rect l="l" t="t" r="r" b="b"/>
              <a:pathLst>
                <a:path w="36900" h="36899" extrusionOk="0">
                  <a:moveTo>
                    <a:pt x="1" y="0"/>
                  </a:moveTo>
                  <a:cubicBezTo>
                    <a:pt x="1" y="81"/>
                    <a:pt x="1" y="202"/>
                    <a:pt x="1" y="283"/>
                  </a:cubicBezTo>
                  <a:lnTo>
                    <a:pt x="36617" y="36899"/>
                  </a:lnTo>
                  <a:cubicBezTo>
                    <a:pt x="36697" y="36899"/>
                    <a:pt x="36818" y="36899"/>
                    <a:pt x="36899" y="3689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2" name="Google Shape;712;p27"/>
            <p:cNvSpPr/>
            <p:nvPr/>
          </p:nvSpPr>
          <p:spPr>
            <a:xfrm>
              <a:off x="2625400" y="4264350"/>
              <a:ext cx="753125" cy="754125"/>
            </a:xfrm>
            <a:custGeom>
              <a:avLst/>
              <a:gdLst/>
              <a:ahLst/>
              <a:cxnLst/>
              <a:rect l="l" t="t" r="r" b="b"/>
              <a:pathLst>
                <a:path w="30125" h="30165" extrusionOk="0">
                  <a:moveTo>
                    <a:pt x="1" y="1"/>
                  </a:moveTo>
                  <a:cubicBezTo>
                    <a:pt x="1" y="122"/>
                    <a:pt x="41" y="243"/>
                    <a:pt x="41" y="364"/>
                  </a:cubicBezTo>
                  <a:lnTo>
                    <a:pt x="29762" y="30084"/>
                  </a:lnTo>
                  <a:cubicBezTo>
                    <a:pt x="29883" y="30124"/>
                    <a:pt x="30004" y="30124"/>
                    <a:pt x="30124" y="301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3" name="Google Shape;713;p27"/>
            <p:cNvSpPr/>
            <p:nvPr/>
          </p:nvSpPr>
          <p:spPr>
            <a:xfrm>
              <a:off x="2684900" y="4462975"/>
              <a:ext cx="495025" cy="495025"/>
            </a:xfrm>
            <a:custGeom>
              <a:avLst/>
              <a:gdLst/>
              <a:ahLst/>
              <a:cxnLst/>
              <a:rect l="l" t="t" r="r" b="b"/>
              <a:pathLst>
                <a:path w="19801" h="19801" extrusionOk="0">
                  <a:moveTo>
                    <a:pt x="0" y="0"/>
                  </a:moveTo>
                  <a:cubicBezTo>
                    <a:pt x="81" y="161"/>
                    <a:pt x="161" y="323"/>
                    <a:pt x="242" y="484"/>
                  </a:cubicBezTo>
                  <a:lnTo>
                    <a:pt x="19316" y="19599"/>
                  </a:lnTo>
                  <a:cubicBezTo>
                    <a:pt x="19478" y="19639"/>
                    <a:pt x="19639" y="19720"/>
                    <a:pt x="19800" y="198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714" name="Google Shape;714;p2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15" name="Google Shape;715;p27"/>
          <p:cNvSpPr txBox="1">
            <a:spLocks noGrp="1"/>
          </p:cNvSpPr>
          <p:nvPr>
            <p:ph type="subTitle" idx="1"/>
          </p:nvPr>
        </p:nvSpPr>
        <p:spPr>
          <a:xfrm>
            <a:off x="1677575" y="1762200"/>
            <a:ext cx="27033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16" name="Google Shape;716;p27"/>
          <p:cNvSpPr txBox="1">
            <a:spLocks noGrp="1"/>
          </p:cNvSpPr>
          <p:nvPr>
            <p:ph type="subTitle" idx="2"/>
          </p:nvPr>
        </p:nvSpPr>
        <p:spPr>
          <a:xfrm>
            <a:off x="5718250" y="1762200"/>
            <a:ext cx="27033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17" name="Google Shape;717;p27"/>
          <p:cNvSpPr txBox="1">
            <a:spLocks noGrp="1"/>
          </p:cNvSpPr>
          <p:nvPr>
            <p:ph type="subTitle" idx="3"/>
          </p:nvPr>
        </p:nvSpPr>
        <p:spPr>
          <a:xfrm>
            <a:off x="1677575" y="1461725"/>
            <a:ext cx="27033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18" name="Google Shape;718;p27"/>
          <p:cNvSpPr txBox="1">
            <a:spLocks noGrp="1"/>
          </p:cNvSpPr>
          <p:nvPr>
            <p:ph type="subTitle" idx="4"/>
          </p:nvPr>
        </p:nvSpPr>
        <p:spPr>
          <a:xfrm>
            <a:off x="5718266" y="1461725"/>
            <a:ext cx="27033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19" name="Google Shape;719;p27"/>
          <p:cNvSpPr txBox="1">
            <a:spLocks noGrp="1"/>
          </p:cNvSpPr>
          <p:nvPr>
            <p:ph type="subTitle" idx="5"/>
          </p:nvPr>
        </p:nvSpPr>
        <p:spPr>
          <a:xfrm>
            <a:off x="1677575" y="3453100"/>
            <a:ext cx="27033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0" name="Google Shape;720;p27"/>
          <p:cNvSpPr txBox="1">
            <a:spLocks noGrp="1"/>
          </p:cNvSpPr>
          <p:nvPr>
            <p:ph type="subTitle" idx="6"/>
          </p:nvPr>
        </p:nvSpPr>
        <p:spPr>
          <a:xfrm>
            <a:off x="5718250" y="3453100"/>
            <a:ext cx="27033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1" name="Google Shape;721;p27"/>
          <p:cNvSpPr txBox="1">
            <a:spLocks noGrp="1"/>
          </p:cNvSpPr>
          <p:nvPr>
            <p:ph type="subTitle" idx="7"/>
          </p:nvPr>
        </p:nvSpPr>
        <p:spPr>
          <a:xfrm>
            <a:off x="1677575" y="3152625"/>
            <a:ext cx="27033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22" name="Google Shape;722;p27"/>
          <p:cNvSpPr txBox="1">
            <a:spLocks noGrp="1"/>
          </p:cNvSpPr>
          <p:nvPr>
            <p:ph type="subTitle" idx="8"/>
          </p:nvPr>
        </p:nvSpPr>
        <p:spPr>
          <a:xfrm>
            <a:off x="5718266" y="3152625"/>
            <a:ext cx="27033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_1"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5" name="Google Shape;725;p28"/>
          <p:cNvGrpSpPr/>
          <p:nvPr/>
        </p:nvGrpSpPr>
        <p:grpSpPr>
          <a:xfrm>
            <a:off x="-592600" y="-2012025"/>
            <a:ext cx="9874358" cy="7605425"/>
            <a:chOff x="-592600" y="-2012025"/>
            <a:chExt cx="9874358" cy="7605425"/>
          </a:xfrm>
        </p:grpSpPr>
        <p:sp>
          <p:nvSpPr>
            <p:cNvPr id="726" name="Google Shape;726;p28"/>
            <p:cNvSpPr/>
            <p:nvPr/>
          </p:nvSpPr>
          <p:spPr>
            <a:xfrm rot="10799348">
              <a:off x="6119758" y="-182323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727" name="Google Shape;727;p28"/>
            <p:cNvGrpSpPr/>
            <p:nvPr/>
          </p:nvGrpSpPr>
          <p:grpSpPr>
            <a:xfrm>
              <a:off x="-592600" y="3497900"/>
              <a:ext cx="986125" cy="2095500"/>
              <a:chOff x="7631225" y="2241175"/>
              <a:chExt cx="986125" cy="2095500"/>
            </a:xfrm>
          </p:grpSpPr>
          <p:cxnSp>
            <p:nvCxnSpPr>
              <p:cNvPr id="728" name="Google Shape;728;p28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9" name="Google Shape;729;p28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0" name="Google Shape;730;p28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1" name="Google Shape;731;p28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2" name="Google Shape;732;p28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3" name="Google Shape;733;p28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4" name="Google Shape;734;p28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5" name="Google Shape;735;p28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6" name="Google Shape;736;p28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7" name="Google Shape;737;p28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8" name="Google Shape;738;p28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9" name="Google Shape;739;p28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0" name="Google Shape;740;p28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1" name="Google Shape;741;p28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742" name="Google Shape;742;p28"/>
            <p:cNvSpPr/>
            <p:nvPr/>
          </p:nvSpPr>
          <p:spPr>
            <a:xfrm rot="-5400000">
              <a:off x="3028700" y="-2012025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743" name="Google Shape;743;p28"/>
          <p:cNvGrpSpPr/>
          <p:nvPr/>
        </p:nvGrpSpPr>
        <p:grpSpPr>
          <a:xfrm>
            <a:off x="-5879" y="0"/>
            <a:ext cx="9557954" cy="4968450"/>
            <a:chOff x="-5879" y="0"/>
            <a:chExt cx="9557954" cy="4968450"/>
          </a:xfrm>
        </p:grpSpPr>
        <p:sp>
          <p:nvSpPr>
            <p:cNvPr id="744" name="Google Shape;744;p28"/>
            <p:cNvSpPr/>
            <p:nvPr/>
          </p:nvSpPr>
          <p:spPr>
            <a:xfrm>
              <a:off x="7669575" y="4755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745" name="Google Shape;745;p28"/>
            <p:cNvSpPr/>
            <p:nvPr/>
          </p:nvSpPr>
          <p:spPr>
            <a:xfrm rot="10800000" flipH="1">
              <a:off x="-5879" y="0"/>
              <a:ext cx="544200" cy="15918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746" name="Google Shape;746;p28"/>
            <p:cNvSpPr/>
            <p:nvPr/>
          </p:nvSpPr>
          <p:spPr>
            <a:xfrm rot="10800000" flipH="1">
              <a:off x="0" y="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747" name="Google Shape;747;p28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48" name="Google Shape;748;p28"/>
          <p:cNvSpPr txBox="1">
            <a:spLocks noGrp="1"/>
          </p:cNvSpPr>
          <p:nvPr>
            <p:ph type="subTitle" idx="1"/>
          </p:nvPr>
        </p:nvSpPr>
        <p:spPr>
          <a:xfrm>
            <a:off x="722375" y="1711112"/>
            <a:ext cx="23898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49" name="Google Shape;749;p28"/>
          <p:cNvSpPr txBox="1">
            <a:spLocks noGrp="1"/>
          </p:cNvSpPr>
          <p:nvPr>
            <p:ph type="subTitle" idx="2"/>
          </p:nvPr>
        </p:nvSpPr>
        <p:spPr>
          <a:xfrm>
            <a:off x="3377116" y="1711112"/>
            <a:ext cx="23898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50" name="Google Shape;750;p28"/>
          <p:cNvSpPr txBox="1">
            <a:spLocks noGrp="1"/>
          </p:cNvSpPr>
          <p:nvPr>
            <p:ph type="subTitle" idx="3"/>
          </p:nvPr>
        </p:nvSpPr>
        <p:spPr>
          <a:xfrm>
            <a:off x="722375" y="1410638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51" name="Google Shape;751;p28"/>
          <p:cNvSpPr txBox="1">
            <a:spLocks noGrp="1"/>
          </p:cNvSpPr>
          <p:nvPr>
            <p:ph type="subTitle" idx="4"/>
          </p:nvPr>
        </p:nvSpPr>
        <p:spPr>
          <a:xfrm>
            <a:off x="3377119" y="1410638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52" name="Google Shape;752;p28"/>
          <p:cNvSpPr txBox="1">
            <a:spLocks noGrp="1"/>
          </p:cNvSpPr>
          <p:nvPr>
            <p:ph type="subTitle" idx="5"/>
          </p:nvPr>
        </p:nvSpPr>
        <p:spPr>
          <a:xfrm>
            <a:off x="6031874" y="1711112"/>
            <a:ext cx="23898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53" name="Google Shape;753;p28"/>
          <p:cNvSpPr txBox="1">
            <a:spLocks noGrp="1"/>
          </p:cNvSpPr>
          <p:nvPr>
            <p:ph type="subTitle" idx="6"/>
          </p:nvPr>
        </p:nvSpPr>
        <p:spPr>
          <a:xfrm>
            <a:off x="6031871" y="1410638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54" name="Google Shape;754;p28"/>
          <p:cNvSpPr txBox="1">
            <a:spLocks noGrp="1"/>
          </p:cNvSpPr>
          <p:nvPr>
            <p:ph type="subTitle" idx="7"/>
          </p:nvPr>
        </p:nvSpPr>
        <p:spPr>
          <a:xfrm>
            <a:off x="722375" y="3395475"/>
            <a:ext cx="23898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55" name="Google Shape;755;p28"/>
          <p:cNvSpPr txBox="1">
            <a:spLocks noGrp="1"/>
          </p:cNvSpPr>
          <p:nvPr>
            <p:ph type="subTitle" idx="8"/>
          </p:nvPr>
        </p:nvSpPr>
        <p:spPr>
          <a:xfrm>
            <a:off x="3377116" y="3395475"/>
            <a:ext cx="23898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56" name="Google Shape;756;p28"/>
          <p:cNvSpPr txBox="1">
            <a:spLocks noGrp="1"/>
          </p:cNvSpPr>
          <p:nvPr>
            <p:ph type="subTitle" idx="9"/>
          </p:nvPr>
        </p:nvSpPr>
        <p:spPr>
          <a:xfrm>
            <a:off x="722375" y="3095000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57" name="Google Shape;757;p28"/>
          <p:cNvSpPr txBox="1">
            <a:spLocks noGrp="1"/>
          </p:cNvSpPr>
          <p:nvPr>
            <p:ph type="subTitle" idx="13"/>
          </p:nvPr>
        </p:nvSpPr>
        <p:spPr>
          <a:xfrm>
            <a:off x="3377119" y="3095000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58" name="Google Shape;758;p28"/>
          <p:cNvSpPr txBox="1">
            <a:spLocks noGrp="1"/>
          </p:cNvSpPr>
          <p:nvPr>
            <p:ph type="subTitle" idx="14"/>
          </p:nvPr>
        </p:nvSpPr>
        <p:spPr>
          <a:xfrm>
            <a:off x="6031874" y="3395475"/>
            <a:ext cx="23898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59" name="Google Shape;759;p28"/>
          <p:cNvSpPr txBox="1">
            <a:spLocks noGrp="1"/>
          </p:cNvSpPr>
          <p:nvPr>
            <p:ph type="subTitle" idx="15"/>
          </p:nvPr>
        </p:nvSpPr>
        <p:spPr>
          <a:xfrm>
            <a:off x="6031871" y="3095000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5"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1" name="Google Shape;761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2" name="Google Shape;762;p29"/>
          <p:cNvGrpSpPr/>
          <p:nvPr/>
        </p:nvGrpSpPr>
        <p:grpSpPr>
          <a:xfrm>
            <a:off x="-407521" y="-350"/>
            <a:ext cx="9565879" cy="5157654"/>
            <a:chOff x="-407521" y="-350"/>
            <a:chExt cx="9565879" cy="5157654"/>
          </a:xfrm>
        </p:grpSpPr>
        <p:sp>
          <p:nvSpPr>
            <p:cNvPr id="763" name="Google Shape;763;p29"/>
            <p:cNvSpPr/>
            <p:nvPr/>
          </p:nvSpPr>
          <p:spPr>
            <a:xfrm rot="-10799427">
              <a:off x="5535475" y="-50"/>
              <a:ext cx="3600600" cy="8007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764" name="Google Shape;764;p29"/>
            <p:cNvSpPr/>
            <p:nvPr/>
          </p:nvSpPr>
          <p:spPr>
            <a:xfrm flipH="1">
              <a:off x="8422154" y="0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765" name="Google Shape;765;p29"/>
            <p:cNvSpPr/>
            <p:nvPr/>
          </p:nvSpPr>
          <p:spPr>
            <a:xfrm flipH="1">
              <a:off x="6894859" y="4843504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766" name="Google Shape;766;p29"/>
            <p:cNvSpPr/>
            <p:nvPr/>
          </p:nvSpPr>
          <p:spPr>
            <a:xfrm flipH="1">
              <a:off x="-407521" y="4755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767" name="Google Shape;767;p29"/>
          <p:cNvGrpSpPr/>
          <p:nvPr/>
        </p:nvGrpSpPr>
        <p:grpSpPr>
          <a:xfrm>
            <a:off x="-1162908" y="-71600"/>
            <a:ext cx="11998025" cy="4675588"/>
            <a:chOff x="-1162908" y="-71600"/>
            <a:chExt cx="11998025" cy="4675588"/>
          </a:xfrm>
        </p:grpSpPr>
        <p:sp>
          <p:nvSpPr>
            <p:cNvPr id="768" name="Google Shape;768;p29"/>
            <p:cNvSpPr/>
            <p:nvPr/>
          </p:nvSpPr>
          <p:spPr>
            <a:xfrm rot="10800000" flipH="1">
              <a:off x="-154596" y="-7160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769" name="Google Shape;769;p29"/>
            <p:cNvGrpSpPr/>
            <p:nvPr/>
          </p:nvGrpSpPr>
          <p:grpSpPr>
            <a:xfrm flipH="1">
              <a:off x="-1162908" y="1349063"/>
              <a:ext cx="1885275" cy="1884250"/>
              <a:chOff x="2609275" y="3149350"/>
              <a:chExt cx="1885275" cy="1884250"/>
            </a:xfrm>
          </p:grpSpPr>
          <p:sp>
            <p:nvSpPr>
              <p:cNvPr id="770" name="Google Shape;770;p29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1" name="Google Shape;771;p29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2" name="Google Shape;772;p29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3" name="Google Shape;773;p29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4" name="Google Shape;774;p29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5" name="Google Shape;775;p29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6" name="Google Shape;776;p29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7" name="Google Shape;777;p29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8" name="Google Shape;778;p29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9" name="Google Shape;779;p29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80" name="Google Shape;780;p29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81" name="Google Shape;781;p29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82" name="Google Shape;782;p29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83" name="Google Shape;783;p29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84" name="Google Shape;784;p29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85" name="Google Shape;785;p29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86" name="Google Shape;786;p29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87" name="Google Shape;787;p29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88" name="Google Shape;788;p29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789" name="Google Shape;789;p29"/>
            <p:cNvSpPr/>
            <p:nvPr/>
          </p:nvSpPr>
          <p:spPr>
            <a:xfrm rot="10800000" flipH="1">
              <a:off x="8509292" y="2278163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790" name="Google Shape;790;p29"/>
          <p:cNvSpPr txBox="1">
            <a:spLocks noGrp="1"/>
          </p:cNvSpPr>
          <p:nvPr>
            <p:ph type="subTitle" idx="1"/>
          </p:nvPr>
        </p:nvSpPr>
        <p:spPr>
          <a:xfrm>
            <a:off x="722375" y="1272825"/>
            <a:ext cx="399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91" name="Google Shape;791;p29"/>
          <p:cNvSpPr txBox="1">
            <a:spLocks noGrp="1"/>
          </p:cNvSpPr>
          <p:nvPr>
            <p:ph type="title" hasCustomPrompt="1"/>
          </p:nvPr>
        </p:nvSpPr>
        <p:spPr>
          <a:xfrm>
            <a:off x="722600" y="710975"/>
            <a:ext cx="3995700" cy="6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2" name="Google Shape;792;p29"/>
          <p:cNvSpPr txBox="1">
            <a:spLocks noGrp="1"/>
          </p:cNvSpPr>
          <p:nvPr>
            <p:ph type="subTitle" idx="2"/>
          </p:nvPr>
        </p:nvSpPr>
        <p:spPr>
          <a:xfrm>
            <a:off x="2574150" y="2672825"/>
            <a:ext cx="399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29"/>
          <p:cNvSpPr txBox="1">
            <a:spLocks noGrp="1"/>
          </p:cNvSpPr>
          <p:nvPr>
            <p:ph type="title" idx="3" hasCustomPrompt="1"/>
          </p:nvPr>
        </p:nvSpPr>
        <p:spPr>
          <a:xfrm>
            <a:off x="2574375" y="2110925"/>
            <a:ext cx="3995700" cy="6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4" name="Google Shape;794;p29"/>
          <p:cNvSpPr txBox="1">
            <a:spLocks noGrp="1"/>
          </p:cNvSpPr>
          <p:nvPr>
            <p:ph type="subTitle" idx="4"/>
          </p:nvPr>
        </p:nvSpPr>
        <p:spPr>
          <a:xfrm>
            <a:off x="4425700" y="4072825"/>
            <a:ext cx="399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95" name="Google Shape;795;p29"/>
          <p:cNvSpPr txBox="1">
            <a:spLocks noGrp="1"/>
          </p:cNvSpPr>
          <p:nvPr>
            <p:ph type="title" idx="5" hasCustomPrompt="1"/>
          </p:nvPr>
        </p:nvSpPr>
        <p:spPr>
          <a:xfrm>
            <a:off x="4425925" y="3510925"/>
            <a:ext cx="3995700" cy="6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5_1"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7" name="Google Shape;797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8" name="Google Shape;798;p30"/>
          <p:cNvGrpSpPr/>
          <p:nvPr/>
        </p:nvGrpSpPr>
        <p:grpSpPr>
          <a:xfrm>
            <a:off x="0" y="0"/>
            <a:ext cx="9552075" cy="5143500"/>
            <a:chOff x="0" y="0"/>
            <a:chExt cx="9552075" cy="5143500"/>
          </a:xfrm>
        </p:grpSpPr>
        <p:sp>
          <p:nvSpPr>
            <p:cNvPr id="799" name="Google Shape;799;p30"/>
            <p:cNvSpPr/>
            <p:nvPr/>
          </p:nvSpPr>
          <p:spPr>
            <a:xfrm>
              <a:off x="0" y="0"/>
              <a:ext cx="4803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00" name="Google Shape;800;p30"/>
            <p:cNvSpPr/>
            <p:nvPr/>
          </p:nvSpPr>
          <p:spPr>
            <a:xfrm flipH="1">
              <a:off x="8663700" y="3576600"/>
              <a:ext cx="480300" cy="15669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01" name="Google Shape;801;p30"/>
            <p:cNvSpPr/>
            <p:nvPr/>
          </p:nvSpPr>
          <p:spPr>
            <a:xfrm rot="10800000" flipH="1">
              <a:off x="0" y="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02" name="Google Shape;802;p30"/>
            <p:cNvSpPr/>
            <p:nvPr/>
          </p:nvSpPr>
          <p:spPr>
            <a:xfrm>
              <a:off x="7669575" y="4755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803" name="Google Shape;803;p30"/>
          <p:cNvGrpSpPr/>
          <p:nvPr/>
        </p:nvGrpSpPr>
        <p:grpSpPr>
          <a:xfrm>
            <a:off x="-505837" y="-1463962"/>
            <a:ext cx="6732100" cy="6536738"/>
            <a:chOff x="-505837" y="-1463962"/>
            <a:chExt cx="6732100" cy="6536738"/>
          </a:xfrm>
        </p:grpSpPr>
        <p:grpSp>
          <p:nvGrpSpPr>
            <p:cNvPr id="804" name="Google Shape;804;p30"/>
            <p:cNvGrpSpPr/>
            <p:nvPr/>
          </p:nvGrpSpPr>
          <p:grpSpPr>
            <a:xfrm>
              <a:off x="4340988" y="-1463962"/>
              <a:ext cx="1885275" cy="1884250"/>
              <a:chOff x="2609275" y="3149350"/>
              <a:chExt cx="1885275" cy="1884250"/>
            </a:xfrm>
          </p:grpSpPr>
          <p:sp>
            <p:nvSpPr>
              <p:cNvPr id="805" name="Google Shape;805;p30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06" name="Google Shape;806;p30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07" name="Google Shape;807;p30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08" name="Google Shape;808;p30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09" name="Google Shape;809;p30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10" name="Google Shape;810;p30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11" name="Google Shape;811;p30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12" name="Google Shape;812;p30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13" name="Google Shape;813;p30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14" name="Google Shape;814;p30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15" name="Google Shape;815;p30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16" name="Google Shape;816;p30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17" name="Google Shape;817;p30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18" name="Google Shape;818;p30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19" name="Google Shape;819;p30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20" name="Google Shape;820;p30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21" name="Google Shape;821;p30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22" name="Google Shape;822;p30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23" name="Google Shape;823;p30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824" name="Google Shape;824;p30"/>
            <p:cNvGrpSpPr/>
            <p:nvPr/>
          </p:nvGrpSpPr>
          <p:grpSpPr>
            <a:xfrm>
              <a:off x="-505837" y="2977275"/>
              <a:ext cx="986125" cy="2095500"/>
              <a:chOff x="7631225" y="2241175"/>
              <a:chExt cx="986125" cy="2095500"/>
            </a:xfrm>
          </p:grpSpPr>
          <p:cxnSp>
            <p:nvCxnSpPr>
              <p:cNvPr id="825" name="Google Shape;825;p30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6" name="Google Shape;826;p30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7" name="Google Shape;827;p30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8" name="Google Shape;828;p30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9" name="Google Shape;829;p30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0" name="Google Shape;830;p30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1" name="Google Shape;831;p30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2" name="Google Shape;832;p30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3" name="Google Shape;833;p30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4" name="Google Shape;834;p30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5" name="Google Shape;835;p30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6" name="Google Shape;836;p30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7" name="Google Shape;837;p30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8" name="Google Shape;838;p30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839" name="Google Shape;839;p30"/>
          <p:cNvSpPr txBox="1">
            <a:spLocks noGrp="1"/>
          </p:cNvSpPr>
          <p:nvPr>
            <p:ph type="subTitle" idx="1"/>
          </p:nvPr>
        </p:nvSpPr>
        <p:spPr>
          <a:xfrm>
            <a:off x="722375" y="1911375"/>
            <a:ext cx="2449500" cy="6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40" name="Google Shape;840;p30"/>
          <p:cNvSpPr txBox="1">
            <a:spLocks noGrp="1"/>
          </p:cNvSpPr>
          <p:nvPr>
            <p:ph type="title" hasCustomPrompt="1"/>
          </p:nvPr>
        </p:nvSpPr>
        <p:spPr>
          <a:xfrm>
            <a:off x="722513" y="1349525"/>
            <a:ext cx="2449500" cy="6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1" name="Google Shape;841;p30"/>
          <p:cNvSpPr txBox="1">
            <a:spLocks noGrp="1"/>
          </p:cNvSpPr>
          <p:nvPr>
            <p:ph type="subTitle" idx="2"/>
          </p:nvPr>
        </p:nvSpPr>
        <p:spPr>
          <a:xfrm>
            <a:off x="3347124" y="1911375"/>
            <a:ext cx="2449500" cy="6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42" name="Google Shape;842;p30"/>
          <p:cNvSpPr txBox="1">
            <a:spLocks noGrp="1"/>
          </p:cNvSpPr>
          <p:nvPr>
            <p:ph type="title" idx="3" hasCustomPrompt="1"/>
          </p:nvPr>
        </p:nvSpPr>
        <p:spPr>
          <a:xfrm>
            <a:off x="3347260" y="1349525"/>
            <a:ext cx="2449500" cy="6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3" name="Google Shape;843;p30"/>
          <p:cNvSpPr txBox="1">
            <a:spLocks noGrp="1"/>
          </p:cNvSpPr>
          <p:nvPr>
            <p:ph type="subTitle" idx="4"/>
          </p:nvPr>
        </p:nvSpPr>
        <p:spPr>
          <a:xfrm>
            <a:off x="5971873" y="1911375"/>
            <a:ext cx="2449500" cy="6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44" name="Google Shape;844;p30"/>
          <p:cNvSpPr txBox="1">
            <a:spLocks noGrp="1"/>
          </p:cNvSpPr>
          <p:nvPr>
            <p:ph type="title" idx="5" hasCustomPrompt="1"/>
          </p:nvPr>
        </p:nvSpPr>
        <p:spPr>
          <a:xfrm>
            <a:off x="5972007" y="1349525"/>
            <a:ext cx="2449500" cy="6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5" name="Google Shape;845;p30"/>
          <p:cNvSpPr txBox="1">
            <a:spLocks noGrp="1"/>
          </p:cNvSpPr>
          <p:nvPr>
            <p:ph type="subTitle" idx="6"/>
          </p:nvPr>
        </p:nvSpPr>
        <p:spPr>
          <a:xfrm>
            <a:off x="2034800" y="3707300"/>
            <a:ext cx="2449500" cy="6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p30"/>
          <p:cNvSpPr txBox="1">
            <a:spLocks noGrp="1"/>
          </p:cNvSpPr>
          <p:nvPr>
            <p:ph type="title" idx="7" hasCustomPrompt="1"/>
          </p:nvPr>
        </p:nvSpPr>
        <p:spPr>
          <a:xfrm>
            <a:off x="2034947" y="3145450"/>
            <a:ext cx="2449500" cy="6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7" name="Google Shape;847;p30"/>
          <p:cNvSpPr txBox="1">
            <a:spLocks noGrp="1"/>
          </p:cNvSpPr>
          <p:nvPr>
            <p:ph type="subTitle" idx="8"/>
          </p:nvPr>
        </p:nvSpPr>
        <p:spPr>
          <a:xfrm>
            <a:off x="4659549" y="3707300"/>
            <a:ext cx="2449500" cy="6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48" name="Google Shape;848;p30"/>
          <p:cNvSpPr txBox="1">
            <a:spLocks noGrp="1"/>
          </p:cNvSpPr>
          <p:nvPr>
            <p:ph type="title" idx="9" hasCustomPrompt="1"/>
          </p:nvPr>
        </p:nvSpPr>
        <p:spPr>
          <a:xfrm>
            <a:off x="4659694" y="3145450"/>
            <a:ext cx="2449500" cy="6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9" name="Google Shape;849;p30"/>
          <p:cNvSpPr txBox="1">
            <a:spLocks noGrp="1"/>
          </p:cNvSpPr>
          <p:nvPr>
            <p:ph type="title" idx="13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"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1" name="Google Shape;851;p31"/>
          <p:cNvGrpSpPr/>
          <p:nvPr/>
        </p:nvGrpSpPr>
        <p:grpSpPr>
          <a:xfrm>
            <a:off x="800963" y="-1678600"/>
            <a:ext cx="9414788" cy="4643313"/>
            <a:chOff x="800963" y="-1678600"/>
            <a:chExt cx="9414788" cy="4643313"/>
          </a:xfrm>
        </p:grpSpPr>
        <p:grpSp>
          <p:nvGrpSpPr>
            <p:cNvPr id="852" name="Google Shape;852;p31"/>
            <p:cNvGrpSpPr/>
            <p:nvPr/>
          </p:nvGrpSpPr>
          <p:grpSpPr>
            <a:xfrm flipH="1">
              <a:off x="8330475" y="1080463"/>
              <a:ext cx="1885275" cy="1884250"/>
              <a:chOff x="2609275" y="3149350"/>
              <a:chExt cx="1885275" cy="1884250"/>
            </a:xfrm>
          </p:grpSpPr>
          <p:sp>
            <p:nvSpPr>
              <p:cNvPr id="853" name="Google Shape;853;p31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54" name="Google Shape;854;p31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55" name="Google Shape;855;p31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56" name="Google Shape;856;p31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57" name="Google Shape;857;p31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58" name="Google Shape;858;p31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59" name="Google Shape;859;p31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60" name="Google Shape;860;p31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61" name="Google Shape;861;p31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62" name="Google Shape;862;p31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63" name="Google Shape;863;p31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64" name="Google Shape;864;p31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65" name="Google Shape;865;p31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66" name="Google Shape;866;p31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67" name="Google Shape;867;p31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68" name="Google Shape;868;p31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69" name="Google Shape;869;p31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70" name="Google Shape;870;p31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71" name="Google Shape;871;p31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872" name="Google Shape;872;p31"/>
            <p:cNvSpPr/>
            <p:nvPr/>
          </p:nvSpPr>
          <p:spPr>
            <a:xfrm rot="5400000" flipH="1">
              <a:off x="800963" y="-1678600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873" name="Google Shape;873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31"/>
          <p:cNvSpPr txBox="1">
            <a:spLocks noGrp="1"/>
          </p:cNvSpPr>
          <p:nvPr>
            <p:ph type="ctrTitle"/>
          </p:nvPr>
        </p:nvSpPr>
        <p:spPr>
          <a:xfrm>
            <a:off x="2685375" y="552694"/>
            <a:ext cx="3773100" cy="9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75" name="Google Shape;875;p31"/>
          <p:cNvSpPr txBox="1">
            <a:spLocks noGrp="1"/>
          </p:cNvSpPr>
          <p:nvPr>
            <p:ph type="subTitle" idx="1"/>
          </p:nvPr>
        </p:nvSpPr>
        <p:spPr>
          <a:xfrm>
            <a:off x="2685375" y="1369144"/>
            <a:ext cx="3773100" cy="10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76" name="Google Shape;876;p31"/>
          <p:cNvSpPr txBox="1"/>
          <p:nvPr/>
        </p:nvSpPr>
        <p:spPr>
          <a:xfrm>
            <a:off x="3014822" y="3604741"/>
            <a:ext cx="3114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CREDITS: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including icons by </a:t>
            </a:r>
            <a:r>
              <a:rPr lang="en" sz="1000" b="1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and infographics &amp; images by </a:t>
            </a:r>
            <a:r>
              <a:rPr lang="en" sz="1000" b="1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_1"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8" name="Google Shape;8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_1"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Google Shape;88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1" name="Google Shape;881;p33"/>
          <p:cNvGrpSpPr/>
          <p:nvPr/>
        </p:nvGrpSpPr>
        <p:grpSpPr>
          <a:xfrm>
            <a:off x="0" y="-25"/>
            <a:ext cx="9552075" cy="5143375"/>
            <a:chOff x="0" y="-25"/>
            <a:chExt cx="9552075" cy="5143375"/>
          </a:xfrm>
        </p:grpSpPr>
        <p:sp>
          <p:nvSpPr>
            <p:cNvPr id="882" name="Google Shape;882;p33"/>
            <p:cNvSpPr/>
            <p:nvPr/>
          </p:nvSpPr>
          <p:spPr>
            <a:xfrm>
              <a:off x="0" y="0"/>
              <a:ext cx="722400" cy="24021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83" name="Google Shape;883;p33"/>
            <p:cNvSpPr/>
            <p:nvPr/>
          </p:nvSpPr>
          <p:spPr>
            <a:xfrm flipH="1">
              <a:off x="6943500" y="4306950"/>
              <a:ext cx="2200500" cy="8364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84" name="Google Shape;884;p33"/>
            <p:cNvSpPr/>
            <p:nvPr/>
          </p:nvSpPr>
          <p:spPr>
            <a:xfrm rot="10800000" flipH="1">
              <a:off x="0" y="-25"/>
              <a:ext cx="2263500" cy="8421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85" name="Google Shape;885;p33"/>
            <p:cNvSpPr/>
            <p:nvPr/>
          </p:nvSpPr>
          <p:spPr>
            <a:xfrm>
              <a:off x="7669575" y="4755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886" name="Google Shape;886;p33"/>
          <p:cNvGrpSpPr/>
          <p:nvPr/>
        </p:nvGrpSpPr>
        <p:grpSpPr>
          <a:xfrm>
            <a:off x="489563" y="-211525"/>
            <a:ext cx="8425113" cy="6291588"/>
            <a:chOff x="489563" y="-211525"/>
            <a:chExt cx="8425113" cy="6291588"/>
          </a:xfrm>
        </p:grpSpPr>
        <p:grpSp>
          <p:nvGrpSpPr>
            <p:cNvPr id="887" name="Google Shape;887;p33"/>
            <p:cNvGrpSpPr/>
            <p:nvPr/>
          </p:nvGrpSpPr>
          <p:grpSpPr>
            <a:xfrm>
              <a:off x="489563" y="4195813"/>
              <a:ext cx="1885275" cy="1884250"/>
              <a:chOff x="2609275" y="3149350"/>
              <a:chExt cx="1885275" cy="1884250"/>
            </a:xfrm>
          </p:grpSpPr>
          <p:sp>
            <p:nvSpPr>
              <p:cNvPr id="888" name="Google Shape;888;p33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89" name="Google Shape;889;p33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90" name="Google Shape;890;p33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91" name="Google Shape;891;p33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92" name="Google Shape;892;p33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93" name="Google Shape;893;p33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94" name="Google Shape;894;p33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95" name="Google Shape;895;p33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96" name="Google Shape;896;p33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97" name="Google Shape;897;p33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98" name="Google Shape;898;p33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99" name="Google Shape;899;p33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00" name="Google Shape;900;p33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01" name="Google Shape;901;p33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02" name="Google Shape;902;p33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03" name="Google Shape;903;p33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04" name="Google Shape;904;p33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05" name="Google Shape;905;p33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06" name="Google Shape;906;p33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07" name="Google Shape;907;p33"/>
            <p:cNvGrpSpPr/>
            <p:nvPr/>
          </p:nvGrpSpPr>
          <p:grpSpPr>
            <a:xfrm>
              <a:off x="7928550" y="-211525"/>
              <a:ext cx="986125" cy="2095500"/>
              <a:chOff x="7631225" y="2241175"/>
              <a:chExt cx="986125" cy="2095500"/>
            </a:xfrm>
          </p:grpSpPr>
          <p:cxnSp>
            <p:nvCxnSpPr>
              <p:cNvPr id="908" name="Google Shape;908;p33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9" name="Google Shape;909;p33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0" name="Google Shape;910;p33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1" name="Google Shape;911;p33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2" name="Google Shape;912;p33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3" name="Google Shape;913;p33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4" name="Google Shape;914;p33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5" name="Google Shape;915;p33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6" name="Google Shape;916;p33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7" name="Google Shape;917;p33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8" name="Google Shape;918;p33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9" name="Google Shape;919;p33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0" name="Google Shape;920;p33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1" name="Google Shape;921;p33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36"/>
          <p:cNvSpPr txBox="1">
            <a:spLocks noGrp="1"/>
          </p:cNvSpPr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34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924" name="Google Shape;924;p34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9260" y="0"/>
            <a:ext cx="4019725" cy="0"/>
          </a:xfrm>
        </p:spPr>
        <p:txBody>
          <a:bodyPr/>
          <a:lstStyle/>
          <a:p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EF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4766310"/>
            <a:ext cx="2263196" cy="37719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0" y="4924044"/>
            <a:ext cx="1371634" cy="219456"/>
          </a:xfrm>
          <a:prstGeom prst="rect">
            <a:avLst/>
          </a:prstGeom>
          <a:solidFill>
            <a:srgbClr val="516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475406" y="0"/>
            <a:ext cx="1680252" cy="377190"/>
          </a:xfrm>
          <a:prstGeom prst="roundRect">
            <a:avLst/>
          </a:prstGeom>
          <a:solidFill>
            <a:srgbClr val="000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8126933" y="219456"/>
            <a:ext cx="1015009" cy="377190"/>
          </a:xfrm>
          <a:prstGeom prst="round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192028" y="1885950"/>
            <a:ext cx="10287" cy="113157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274326" y="1885950"/>
            <a:ext cx="10287" cy="113157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356624" y="1885950"/>
            <a:ext cx="10287" cy="113157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438922" y="1885950"/>
            <a:ext cx="10287" cy="113157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521221" y="1885950"/>
            <a:ext cx="10287" cy="113157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603519" y="1885950"/>
            <a:ext cx="10287" cy="113157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685817" y="1885950"/>
            <a:ext cx="10287" cy="113157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768115" y="1885950"/>
            <a:ext cx="10287" cy="113157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57271" y="1097280"/>
            <a:ext cx="7406825" cy="3771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39" b="1" dirty="0">
                <a:solidFill>
                  <a:srgbClr val="00649F"/>
                </a:solidFill>
                <a:latin typeface="Times New Roman"/>
              </a:rPr>
              <a:t>NicaTrade International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98" y="1508760"/>
            <a:ext cx="761257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15" b="1" dirty="0">
                <a:solidFill>
                  <a:srgbClr val="00094A"/>
                </a:solidFill>
                <a:latin typeface="Times New Roman"/>
              </a:rPr>
              <a:t>Operación de importación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98" y="2091690"/>
            <a:ext cx="7612570" cy="4457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95" b="1" dirty="0">
                <a:solidFill>
                  <a:srgbClr val="516CEE"/>
                </a:solidFill>
                <a:latin typeface="Times New Roman"/>
              </a:rPr>
              <a:t>MÉXICO  →  NICARAGUA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98" y="2571750"/>
            <a:ext cx="761257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94" b="0" dirty="0">
                <a:solidFill>
                  <a:srgbClr val="00649F"/>
                </a:solidFill>
                <a:latin typeface="Times New Roman"/>
              </a:rPr>
              <a:t>Comunicación de resultados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7451" y="3120390"/>
            <a:ext cx="5040756" cy="925830"/>
          </a:xfrm>
          <a:prstGeom prst="round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2228905" y="3236976"/>
            <a:ext cx="1028725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00649F"/>
                </a:solidFill>
                <a:latin typeface="Times New Roman"/>
              </a:rPr>
              <a:t>Integrantes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28905" y="3404889"/>
            <a:ext cx="4697847" cy="5214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94" b="1" dirty="0">
                <a:solidFill>
                  <a:srgbClr val="00094A"/>
                </a:solidFill>
                <a:latin typeface="Times New Roman"/>
              </a:rPr>
              <a:t>Benancia Belén Aguirre Meza
Maria Victoria Mo</a:t>
            </a:r>
            <a:r>
              <a:rPr lang="en-US" sz="1394" b="1" dirty="0">
                <a:solidFill>
                  <a:srgbClr val="00094A"/>
                </a:solidFill>
                <a:latin typeface="Times New Roman"/>
              </a:rPr>
              <a:t>j</a:t>
            </a:r>
            <a:r>
              <a:rPr sz="1394" b="1" dirty="0">
                <a:solidFill>
                  <a:srgbClr val="00094A"/>
                </a:solidFill>
                <a:latin typeface="Times New Roman"/>
              </a:rPr>
              <a:t>ica Moreno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95" y="4286250"/>
            <a:ext cx="3086177" cy="2400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00094A"/>
                </a:solidFill>
                <a:latin typeface="Times New Roman"/>
              </a:rPr>
              <a:t>22 de septiembre de 2026</a:t>
            </a:r>
          </a:p>
        </p:txBody>
      </p:sp>
      <p:sp>
        <p:nvSpPr>
          <p:cNvPr id="27" name="Google Shape;978;p37">
            <a:extLst>
              <a:ext uri="{FF2B5EF4-FFF2-40B4-BE49-F238E27FC236}">
                <a16:creationId xmlns:a16="http://schemas.microsoft.com/office/drawing/2014/main" id="{037B9B02-0EF7-73DA-5CA6-4B57B7C555F4}"/>
              </a:ext>
            </a:extLst>
          </p:cNvPr>
          <p:cNvSpPr/>
          <p:nvPr/>
        </p:nvSpPr>
        <p:spPr>
          <a:xfrm rot="16200000">
            <a:off x="3818326" y="-921408"/>
            <a:ext cx="1744412" cy="1744368"/>
          </a:xfrm>
          <a:custGeom>
            <a:avLst/>
            <a:gdLst/>
            <a:ahLst/>
            <a:cxnLst/>
            <a:rect l="l" t="t" r="r" b="b"/>
            <a:pathLst>
              <a:path w="93033" h="93033" extrusionOk="0">
                <a:moveTo>
                  <a:pt x="89685" y="61054"/>
                </a:moveTo>
                <a:lnTo>
                  <a:pt x="89685" y="63796"/>
                </a:lnTo>
                <a:lnTo>
                  <a:pt x="89927" y="63150"/>
                </a:lnTo>
                <a:lnTo>
                  <a:pt x="89927" y="61054"/>
                </a:lnTo>
                <a:lnTo>
                  <a:pt x="90693" y="61054"/>
                </a:lnTo>
                <a:cubicBezTo>
                  <a:pt x="90733" y="60973"/>
                  <a:pt x="90733" y="60892"/>
                  <a:pt x="90774" y="60812"/>
                </a:cubicBezTo>
                <a:lnTo>
                  <a:pt x="89927" y="60812"/>
                </a:lnTo>
                <a:lnTo>
                  <a:pt x="89927" y="56255"/>
                </a:lnTo>
                <a:lnTo>
                  <a:pt x="91984" y="56255"/>
                </a:lnTo>
                <a:cubicBezTo>
                  <a:pt x="92024" y="56174"/>
                  <a:pt x="92024" y="56093"/>
                  <a:pt x="92064" y="56013"/>
                </a:cubicBezTo>
                <a:lnTo>
                  <a:pt x="89927" y="56013"/>
                </a:lnTo>
                <a:lnTo>
                  <a:pt x="89927" y="51456"/>
                </a:lnTo>
                <a:lnTo>
                  <a:pt x="92750" y="51456"/>
                </a:lnTo>
                <a:cubicBezTo>
                  <a:pt x="92750" y="51375"/>
                  <a:pt x="92790" y="51295"/>
                  <a:pt x="92790" y="51174"/>
                </a:cubicBezTo>
                <a:lnTo>
                  <a:pt x="89927" y="51174"/>
                </a:lnTo>
                <a:lnTo>
                  <a:pt x="89927" y="46617"/>
                </a:lnTo>
                <a:lnTo>
                  <a:pt x="93032" y="46617"/>
                </a:lnTo>
                <a:lnTo>
                  <a:pt x="93032" y="46496"/>
                </a:lnTo>
                <a:lnTo>
                  <a:pt x="93032" y="46375"/>
                </a:lnTo>
                <a:lnTo>
                  <a:pt x="89927" y="46375"/>
                </a:lnTo>
                <a:lnTo>
                  <a:pt x="89927" y="41818"/>
                </a:lnTo>
                <a:lnTo>
                  <a:pt x="92790" y="41818"/>
                </a:lnTo>
                <a:cubicBezTo>
                  <a:pt x="92790" y="41737"/>
                  <a:pt x="92750" y="41657"/>
                  <a:pt x="92750" y="41576"/>
                </a:cubicBezTo>
                <a:lnTo>
                  <a:pt x="89927" y="41576"/>
                </a:lnTo>
                <a:lnTo>
                  <a:pt x="89927" y="36979"/>
                </a:lnTo>
                <a:lnTo>
                  <a:pt x="92064" y="36979"/>
                </a:lnTo>
                <a:cubicBezTo>
                  <a:pt x="92024" y="36898"/>
                  <a:pt x="92024" y="36818"/>
                  <a:pt x="91984" y="36737"/>
                </a:cubicBezTo>
                <a:lnTo>
                  <a:pt x="89927" y="36737"/>
                </a:lnTo>
                <a:lnTo>
                  <a:pt x="89927" y="32180"/>
                </a:lnTo>
                <a:lnTo>
                  <a:pt x="90774" y="32180"/>
                </a:lnTo>
                <a:cubicBezTo>
                  <a:pt x="90733" y="32099"/>
                  <a:pt x="90733" y="32019"/>
                  <a:pt x="90693" y="31938"/>
                </a:cubicBezTo>
                <a:lnTo>
                  <a:pt x="89927" y="31938"/>
                </a:lnTo>
                <a:lnTo>
                  <a:pt x="89927" y="29841"/>
                </a:lnTo>
                <a:lnTo>
                  <a:pt x="89685" y="29196"/>
                </a:lnTo>
                <a:lnTo>
                  <a:pt x="89685" y="31938"/>
                </a:lnTo>
                <a:lnTo>
                  <a:pt x="85128" y="31938"/>
                </a:lnTo>
                <a:lnTo>
                  <a:pt x="85128" y="27381"/>
                </a:lnTo>
                <a:lnTo>
                  <a:pt x="88919" y="27381"/>
                </a:lnTo>
                <a:cubicBezTo>
                  <a:pt x="88879" y="27301"/>
                  <a:pt x="88838" y="27220"/>
                  <a:pt x="88798" y="27139"/>
                </a:cubicBezTo>
                <a:lnTo>
                  <a:pt x="85128" y="27139"/>
                </a:lnTo>
                <a:lnTo>
                  <a:pt x="85128" y="22542"/>
                </a:lnTo>
                <a:lnTo>
                  <a:pt x="86378" y="22542"/>
                </a:lnTo>
                <a:cubicBezTo>
                  <a:pt x="86338" y="22462"/>
                  <a:pt x="86298" y="22381"/>
                  <a:pt x="86257" y="22300"/>
                </a:cubicBezTo>
                <a:lnTo>
                  <a:pt x="85128" y="22300"/>
                </a:lnTo>
                <a:lnTo>
                  <a:pt x="85128" y="20566"/>
                </a:lnTo>
                <a:cubicBezTo>
                  <a:pt x="85048" y="20445"/>
                  <a:pt x="84967" y="20324"/>
                  <a:pt x="84886" y="20203"/>
                </a:cubicBezTo>
                <a:lnTo>
                  <a:pt x="84886" y="22300"/>
                </a:lnTo>
                <a:lnTo>
                  <a:pt x="80329" y="22300"/>
                </a:lnTo>
                <a:lnTo>
                  <a:pt x="80329" y="17743"/>
                </a:lnTo>
                <a:lnTo>
                  <a:pt x="83072" y="17743"/>
                </a:lnTo>
                <a:lnTo>
                  <a:pt x="82870" y="17501"/>
                </a:lnTo>
                <a:lnTo>
                  <a:pt x="80329" y="17501"/>
                </a:lnTo>
                <a:lnTo>
                  <a:pt x="80329" y="14558"/>
                </a:lnTo>
                <a:lnTo>
                  <a:pt x="80087" y="14316"/>
                </a:lnTo>
                <a:lnTo>
                  <a:pt x="80087" y="17501"/>
                </a:lnTo>
                <a:lnTo>
                  <a:pt x="75490" y="17501"/>
                </a:lnTo>
                <a:lnTo>
                  <a:pt x="75490" y="12945"/>
                </a:lnTo>
                <a:lnTo>
                  <a:pt x="78716" y="12945"/>
                </a:lnTo>
                <a:lnTo>
                  <a:pt x="78434" y="12703"/>
                </a:lnTo>
                <a:lnTo>
                  <a:pt x="75490" y="12703"/>
                </a:lnTo>
                <a:lnTo>
                  <a:pt x="75490" y="10122"/>
                </a:lnTo>
                <a:lnTo>
                  <a:pt x="75248" y="9920"/>
                </a:lnTo>
                <a:lnTo>
                  <a:pt x="75248" y="12703"/>
                </a:lnTo>
                <a:lnTo>
                  <a:pt x="70691" y="12703"/>
                </a:lnTo>
                <a:lnTo>
                  <a:pt x="70691" y="8106"/>
                </a:lnTo>
                <a:lnTo>
                  <a:pt x="72788" y="8106"/>
                </a:lnTo>
                <a:cubicBezTo>
                  <a:pt x="72667" y="8025"/>
                  <a:pt x="72546" y="7944"/>
                  <a:pt x="72425" y="7864"/>
                </a:cubicBezTo>
                <a:lnTo>
                  <a:pt x="70691" y="7864"/>
                </a:lnTo>
                <a:lnTo>
                  <a:pt x="70691" y="6775"/>
                </a:lnTo>
                <a:cubicBezTo>
                  <a:pt x="70611" y="6694"/>
                  <a:pt x="70530" y="6654"/>
                  <a:pt x="70450" y="6613"/>
                </a:cubicBezTo>
                <a:lnTo>
                  <a:pt x="70450" y="7864"/>
                </a:lnTo>
                <a:lnTo>
                  <a:pt x="65893" y="7864"/>
                </a:lnTo>
                <a:lnTo>
                  <a:pt x="65893" y="4194"/>
                </a:lnTo>
                <a:cubicBezTo>
                  <a:pt x="65812" y="4154"/>
                  <a:pt x="65731" y="4113"/>
                  <a:pt x="65651" y="4073"/>
                </a:cubicBezTo>
                <a:lnTo>
                  <a:pt x="65651" y="7864"/>
                </a:lnTo>
                <a:lnTo>
                  <a:pt x="61054" y="7864"/>
                </a:lnTo>
                <a:lnTo>
                  <a:pt x="61054" y="3307"/>
                </a:lnTo>
                <a:lnTo>
                  <a:pt x="63796" y="3307"/>
                </a:lnTo>
                <a:lnTo>
                  <a:pt x="63191" y="3065"/>
                </a:lnTo>
                <a:lnTo>
                  <a:pt x="61054" y="3065"/>
                </a:lnTo>
                <a:lnTo>
                  <a:pt x="61054" y="2339"/>
                </a:lnTo>
                <a:cubicBezTo>
                  <a:pt x="60973" y="2299"/>
                  <a:pt x="60892" y="2258"/>
                  <a:pt x="60812" y="2258"/>
                </a:cubicBezTo>
                <a:lnTo>
                  <a:pt x="60812" y="3065"/>
                </a:lnTo>
                <a:lnTo>
                  <a:pt x="56255" y="3065"/>
                </a:lnTo>
                <a:lnTo>
                  <a:pt x="56255" y="1048"/>
                </a:lnTo>
                <a:cubicBezTo>
                  <a:pt x="56174" y="1008"/>
                  <a:pt x="56093" y="1008"/>
                  <a:pt x="56013" y="968"/>
                </a:cubicBezTo>
                <a:lnTo>
                  <a:pt x="56013" y="3065"/>
                </a:lnTo>
                <a:lnTo>
                  <a:pt x="51456" y="3065"/>
                </a:lnTo>
                <a:lnTo>
                  <a:pt x="51456" y="282"/>
                </a:lnTo>
                <a:cubicBezTo>
                  <a:pt x="51375" y="242"/>
                  <a:pt x="51295" y="242"/>
                  <a:pt x="51214" y="242"/>
                </a:cubicBezTo>
                <a:lnTo>
                  <a:pt x="51214" y="3065"/>
                </a:lnTo>
                <a:lnTo>
                  <a:pt x="46617" y="3065"/>
                </a:lnTo>
                <a:lnTo>
                  <a:pt x="46617" y="0"/>
                </a:lnTo>
                <a:lnTo>
                  <a:pt x="46496" y="0"/>
                </a:lnTo>
                <a:lnTo>
                  <a:pt x="46375" y="0"/>
                </a:lnTo>
                <a:lnTo>
                  <a:pt x="46375" y="3065"/>
                </a:lnTo>
                <a:lnTo>
                  <a:pt x="41818" y="3065"/>
                </a:lnTo>
                <a:lnTo>
                  <a:pt x="41818" y="242"/>
                </a:lnTo>
                <a:cubicBezTo>
                  <a:pt x="41737" y="242"/>
                  <a:pt x="41657" y="242"/>
                  <a:pt x="41576" y="242"/>
                </a:cubicBezTo>
                <a:lnTo>
                  <a:pt x="41576" y="3065"/>
                </a:lnTo>
                <a:lnTo>
                  <a:pt x="37019" y="3065"/>
                </a:lnTo>
                <a:lnTo>
                  <a:pt x="37019" y="968"/>
                </a:lnTo>
                <a:cubicBezTo>
                  <a:pt x="36939" y="1008"/>
                  <a:pt x="36858" y="1008"/>
                  <a:pt x="36777" y="1008"/>
                </a:cubicBezTo>
                <a:lnTo>
                  <a:pt x="36777" y="3065"/>
                </a:lnTo>
                <a:lnTo>
                  <a:pt x="32180" y="3065"/>
                </a:lnTo>
                <a:lnTo>
                  <a:pt x="32180" y="2258"/>
                </a:lnTo>
                <a:cubicBezTo>
                  <a:pt x="32099" y="2258"/>
                  <a:pt x="32019" y="2299"/>
                  <a:pt x="31938" y="2339"/>
                </a:cubicBezTo>
                <a:lnTo>
                  <a:pt x="31938" y="3065"/>
                </a:lnTo>
                <a:lnTo>
                  <a:pt x="29841" y="3065"/>
                </a:lnTo>
                <a:lnTo>
                  <a:pt x="29236" y="3307"/>
                </a:lnTo>
                <a:lnTo>
                  <a:pt x="31938" y="3307"/>
                </a:lnTo>
                <a:lnTo>
                  <a:pt x="31938" y="7904"/>
                </a:lnTo>
                <a:lnTo>
                  <a:pt x="27381" y="7904"/>
                </a:lnTo>
                <a:lnTo>
                  <a:pt x="27381" y="4113"/>
                </a:lnTo>
                <a:cubicBezTo>
                  <a:pt x="27301" y="4154"/>
                  <a:pt x="27220" y="4194"/>
                  <a:pt x="27139" y="4234"/>
                </a:cubicBezTo>
                <a:lnTo>
                  <a:pt x="27139" y="7904"/>
                </a:lnTo>
                <a:lnTo>
                  <a:pt x="22542" y="7904"/>
                </a:lnTo>
                <a:lnTo>
                  <a:pt x="22542" y="6613"/>
                </a:lnTo>
                <a:cubicBezTo>
                  <a:pt x="22462" y="6694"/>
                  <a:pt x="22381" y="6734"/>
                  <a:pt x="22300" y="6775"/>
                </a:cubicBezTo>
                <a:lnTo>
                  <a:pt x="22300" y="7904"/>
                </a:lnTo>
                <a:lnTo>
                  <a:pt x="20566" y="7904"/>
                </a:lnTo>
                <a:cubicBezTo>
                  <a:pt x="20445" y="7985"/>
                  <a:pt x="20324" y="8065"/>
                  <a:pt x="20203" y="8146"/>
                </a:cubicBezTo>
                <a:lnTo>
                  <a:pt x="22300" y="8146"/>
                </a:lnTo>
                <a:lnTo>
                  <a:pt x="22300" y="12703"/>
                </a:lnTo>
                <a:lnTo>
                  <a:pt x="17743" y="12703"/>
                </a:lnTo>
                <a:lnTo>
                  <a:pt x="17743" y="9961"/>
                </a:lnTo>
                <a:lnTo>
                  <a:pt x="17501" y="10162"/>
                </a:lnTo>
                <a:lnTo>
                  <a:pt x="17501" y="12703"/>
                </a:lnTo>
                <a:lnTo>
                  <a:pt x="14558" y="12703"/>
                </a:lnTo>
                <a:lnTo>
                  <a:pt x="14316" y="12945"/>
                </a:lnTo>
                <a:lnTo>
                  <a:pt x="17501" y="12945"/>
                </a:lnTo>
                <a:lnTo>
                  <a:pt x="17501" y="17542"/>
                </a:lnTo>
                <a:lnTo>
                  <a:pt x="12945" y="17542"/>
                </a:lnTo>
                <a:lnTo>
                  <a:pt x="12945" y="14316"/>
                </a:lnTo>
                <a:lnTo>
                  <a:pt x="12703" y="14598"/>
                </a:lnTo>
                <a:lnTo>
                  <a:pt x="12703" y="17542"/>
                </a:lnTo>
                <a:lnTo>
                  <a:pt x="10122" y="17542"/>
                </a:lnTo>
                <a:lnTo>
                  <a:pt x="9920" y="17784"/>
                </a:lnTo>
                <a:lnTo>
                  <a:pt x="12703" y="17784"/>
                </a:lnTo>
                <a:lnTo>
                  <a:pt x="12703" y="22341"/>
                </a:lnTo>
                <a:lnTo>
                  <a:pt x="8106" y="22341"/>
                </a:lnTo>
                <a:lnTo>
                  <a:pt x="8106" y="20244"/>
                </a:lnTo>
                <a:cubicBezTo>
                  <a:pt x="8025" y="20365"/>
                  <a:pt x="7944" y="20486"/>
                  <a:pt x="7864" y="20607"/>
                </a:cubicBezTo>
                <a:lnTo>
                  <a:pt x="7864" y="22341"/>
                </a:lnTo>
                <a:lnTo>
                  <a:pt x="6775" y="22341"/>
                </a:lnTo>
                <a:cubicBezTo>
                  <a:pt x="6694" y="22421"/>
                  <a:pt x="6654" y="22502"/>
                  <a:pt x="6613" y="22583"/>
                </a:cubicBezTo>
                <a:lnTo>
                  <a:pt x="7864" y="22583"/>
                </a:lnTo>
                <a:lnTo>
                  <a:pt x="7864" y="27139"/>
                </a:lnTo>
                <a:lnTo>
                  <a:pt x="4194" y="27139"/>
                </a:lnTo>
                <a:cubicBezTo>
                  <a:pt x="4154" y="27220"/>
                  <a:pt x="4113" y="27301"/>
                  <a:pt x="4073" y="27381"/>
                </a:cubicBezTo>
                <a:lnTo>
                  <a:pt x="7864" y="27381"/>
                </a:lnTo>
                <a:lnTo>
                  <a:pt x="7864" y="31978"/>
                </a:lnTo>
                <a:lnTo>
                  <a:pt x="3307" y="31978"/>
                </a:lnTo>
                <a:lnTo>
                  <a:pt x="3307" y="29236"/>
                </a:lnTo>
                <a:lnTo>
                  <a:pt x="3065" y="29841"/>
                </a:lnTo>
                <a:lnTo>
                  <a:pt x="3065" y="31978"/>
                </a:lnTo>
                <a:lnTo>
                  <a:pt x="2299" y="31978"/>
                </a:lnTo>
                <a:cubicBezTo>
                  <a:pt x="2299" y="32059"/>
                  <a:pt x="2258" y="32140"/>
                  <a:pt x="2218" y="32220"/>
                </a:cubicBezTo>
                <a:lnTo>
                  <a:pt x="3065" y="32220"/>
                </a:lnTo>
                <a:lnTo>
                  <a:pt x="3065" y="36777"/>
                </a:lnTo>
                <a:lnTo>
                  <a:pt x="1008" y="36777"/>
                </a:lnTo>
                <a:cubicBezTo>
                  <a:pt x="1008" y="36858"/>
                  <a:pt x="968" y="36939"/>
                  <a:pt x="968" y="37019"/>
                </a:cubicBezTo>
                <a:lnTo>
                  <a:pt x="3065" y="37019"/>
                </a:lnTo>
                <a:lnTo>
                  <a:pt x="3065" y="41576"/>
                </a:lnTo>
                <a:lnTo>
                  <a:pt x="242" y="41576"/>
                </a:lnTo>
                <a:cubicBezTo>
                  <a:pt x="242" y="41657"/>
                  <a:pt x="242" y="41737"/>
                  <a:pt x="242" y="41818"/>
                </a:cubicBezTo>
                <a:lnTo>
                  <a:pt x="3065" y="41818"/>
                </a:lnTo>
                <a:lnTo>
                  <a:pt x="3065" y="46415"/>
                </a:lnTo>
                <a:lnTo>
                  <a:pt x="0" y="46415"/>
                </a:lnTo>
                <a:lnTo>
                  <a:pt x="0" y="46536"/>
                </a:lnTo>
                <a:lnTo>
                  <a:pt x="0" y="46657"/>
                </a:lnTo>
                <a:lnTo>
                  <a:pt x="3065" y="46657"/>
                </a:lnTo>
                <a:lnTo>
                  <a:pt x="3065" y="51214"/>
                </a:lnTo>
                <a:lnTo>
                  <a:pt x="242" y="51214"/>
                </a:lnTo>
                <a:cubicBezTo>
                  <a:pt x="242" y="51295"/>
                  <a:pt x="242" y="51375"/>
                  <a:pt x="242" y="51456"/>
                </a:cubicBezTo>
                <a:lnTo>
                  <a:pt x="3065" y="51456"/>
                </a:lnTo>
                <a:lnTo>
                  <a:pt x="3065" y="56053"/>
                </a:lnTo>
                <a:lnTo>
                  <a:pt x="968" y="56053"/>
                </a:lnTo>
                <a:cubicBezTo>
                  <a:pt x="968" y="56134"/>
                  <a:pt x="1008" y="56174"/>
                  <a:pt x="1008" y="56295"/>
                </a:cubicBezTo>
                <a:lnTo>
                  <a:pt x="3065" y="56295"/>
                </a:lnTo>
                <a:lnTo>
                  <a:pt x="3065" y="60852"/>
                </a:lnTo>
                <a:lnTo>
                  <a:pt x="2218" y="60852"/>
                </a:lnTo>
                <a:cubicBezTo>
                  <a:pt x="2258" y="60933"/>
                  <a:pt x="2299" y="61013"/>
                  <a:pt x="2299" y="61094"/>
                </a:cubicBezTo>
                <a:lnTo>
                  <a:pt x="3065" y="61094"/>
                </a:lnTo>
                <a:lnTo>
                  <a:pt x="3065" y="63191"/>
                </a:lnTo>
                <a:lnTo>
                  <a:pt x="3307" y="63836"/>
                </a:lnTo>
                <a:lnTo>
                  <a:pt x="3307" y="61094"/>
                </a:lnTo>
                <a:lnTo>
                  <a:pt x="7864" y="61094"/>
                </a:lnTo>
                <a:lnTo>
                  <a:pt x="7864" y="65651"/>
                </a:lnTo>
                <a:lnTo>
                  <a:pt x="4073" y="65651"/>
                </a:lnTo>
                <a:cubicBezTo>
                  <a:pt x="4113" y="65731"/>
                  <a:pt x="4154" y="65812"/>
                  <a:pt x="4194" y="65893"/>
                </a:cubicBezTo>
                <a:lnTo>
                  <a:pt x="7864" y="65893"/>
                </a:lnTo>
                <a:lnTo>
                  <a:pt x="7864" y="70490"/>
                </a:lnTo>
                <a:lnTo>
                  <a:pt x="6613" y="70490"/>
                </a:lnTo>
                <a:cubicBezTo>
                  <a:pt x="6654" y="70570"/>
                  <a:pt x="6694" y="70651"/>
                  <a:pt x="6775" y="70732"/>
                </a:cubicBezTo>
                <a:lnTo>
                  <a:pt x="7864" y="70732"/>
                </a:lnTo>
                <a:lnTo>
                  <a:pt x="7864" y="72466"/>
                </a:lnTo>
                <a:cubicBezTo>
                  <a:pt x="7944" y="72587"/>
                  <a:pt x="8025" y="72708"/>
                  <a:pt x="8106" y="72829"/>
                </a:cubicBezTo>
                <a:lnTo>
                  <a:pt x="8106" y="70732"/>
                </a:lnTo>
                <a:lnTo>
                  <a:pt x="12703" y="70732"/>
                </a:lnTo>
                <a:lnTo>
                  <a:pt x="12703" y="75289"/>
                </a:lnTo>
                <a:lnTo>
                  <a:pt x="9920" y="75289"/>
                </a:lnTo>
                <a:lnTo>
                  <a:pt x="10122" y="75531"/>
                </a:lnTo>
                <a:lnTo>
                  <a:pt x="12703" y="75531"/>
                </a:lnTo>
                <a:lnTo>
                  <a:pt x="12703" y="78474"/>
                </a:lnTo>
                <a:lnTo>
                  <a:pt x="12945" y="78716"/>
                </a:lnTo>
                <a:lnTo>
                  <a:pt x="12945" y="75531"/>
                </a:lnTo>
                <a:lnTo>
                  <a:pt x="17501" y="75531"/>
                </a:lnTo>
                <a:lnTo>
                  <a:pt x="17501" y="80087"/>
                </a:lnTo>
                <a:lnTo>
                  <a:pt x="14316" y="80087"/>
                </a:lnTo>
                <a:lnTo>
                  <a:pt x="14558" y="80329"/>
                </a:lnTo>
                <a:lnTo>
                  <a:pt x="17501" y="80329"/>
                </a:lnTo>
                <a:lnTo>
                  <a:pt x="17501" y="82910"/>
                </a:lnTo>
                <a:lnTo>
                  <a:pt x="17743" y="83072"/>
                </a:lnTo>
                <a:lnTo>
                  <a:pt x="17743" y="80329"/>
                </a:lnTo>
                <a:lnTo>
                  <a:pt x="22300" y="80329"/>
                </a:lnTo>
                <a:lnTo>
                  <a:pt x="22300" y="84927"/>
                </a:lnTo>
                <a:lnTo>
                  <a:pt x="20203" y="84927"/>
                </a:lnTo>
                <a:cubicBezTo>
                  <a:pt x="20324" y="85007"/>
                  <a:pt x="20445" y="85088"/>
                  <a:pt x="20566" y="85168"/>
                </a:cubicBezTo>
                <a:lnTo>
                  <a:pt x="22300" y="85168"/>
                </a:lnTo>
                <a:lnTo>
                  <a:pt x="22300" y="86257"/>
                </a:lnTo>
                <a:cubicBezTo>
                  <a:pt x="22381" y="86338"/>
                  <a:pt x="22462" y="86378"/>
                  <a:pt x="22542" y="86419"/>
                </a:cubicBezTo>
                <a:lnTo>
                  <a:pt x="22542" y="85168"/>
                </a:lnTo>
                <a:lnTo>
                  <a:pt x="27139" y="85168"/>
                </a:lnTo>
                <a:lnTo>
                  <a:pt x="27139" y="88838"/>
                </a:lnTo>
                <a:cubicBezTo>
                  <a:pt x="27220" y="88878"/>
                  <a:pt x="27301" y="88919"/>
                  <a:pt x="27381" y="88959"/>
                </a:cubicBezTo>
                <a:lnTo>
                  <a:pt x="27381" y="85168"/>
                </a:lnTo>
                <a:lnTo>
                  <a:pt x="31938" y="85168"/>
                </a:lnTo>
                <a:lnTo>
                  <a:pt x="31938" y="89725"/>
                </a:lnTo>
                <a:lnTo>
                  <a:pt x="29236" y="89725"/>
                </a:lnTo>
                <a:lnTo>
                  <a:pt x="29841" y="89967"/>
                </a:lnTo>
                <a:lnTo>
                  <a:pt x="31938" y="89967"/>
                </a:lnTo>
                <a:lnTo>
                  <a:pt x="31938" y="90733"/>
                </a:lnTo>
                <a:cubicBezTo>
                  <a:pt x="32019" y="90733"/>
                  <a:pt x="32099" y="90774"/>
                  <a:pt x="32180" y="90814"/>
                </a:cubicBezTo>
                <a:lnTo>
                  <a:pt x="32180" y="89967"/>
                </a:lnTo>
                <a:lnTo>
                  <a:pt x="36777" y="89967"/>
                </a:lnTo>
                <a:lnTo>
                  <a:pt x="36777" y="92024"/>
                </a:lnTo>
                <a:cubicBezTo>
                  <a:pt x="36858" y="92024"/>
                  <a:pt x="36939" y="92064"/>
                  <a:pt x="37019" y="92064"/>
                </a:cubicBezTo>
                <a:lnTo>
                  <a:pt x="37019" y="89967"/>
                </a:lnTo>
                <a:lnTo>
                  <a:pt x="41576" y="89967"/>
                </a:lnTo>
                <a:lnTo>
                  <a:pt x="41576" y="92790"/>
                </a:lnTo>
                <a:cubicBezTo>
                  <a:pt x="41657" y="92790"/>
                  <a:pt x="41737" y="92790"/>
                  <a:pt x="41818" y="92790"/>
                </a:cubicBezTo>
                <a:lnTo>
                  <a:pt x="41818" y="89967"/>
                </a:lnTo>
                <a:lnTo>
                  <a:pt x="46375" y="89967"/>
                </a:lnTo>
                <a:lnTo>
                  <a:pt x="46375" y="93032"/>
                </a:lnTo>
                <a:lnTo>
                  <a:pt x="46496" y="93032"/>
                </a:lnTo>
                <a:lnTo>
                  <a:pt x="46617" y="93032"/>
                </a:lnTo>
                <a:lnTo>
                  <a:pt x="46617" y="89967"/>
                </a:lnTo>
                <a:lnTo>
                  <a:pt x="51214" y="89967"/>
                </a:lnTo>
                <a:lnTo>
                  <a:pt x="51214" y="92790"/>
                </a:lnTo>
                <a:cubicBezTo>
                  <a:pt x="51295" y="92790"/>
                  <a:pt x="51375" y="92790"/>
                  <a:pt x="51456" y="92790"/>
                </a:cubicBezTo>
                <a:lnTo>
                  <a:pt x="51456" y="89967"/>
                </a:lnTo>
                <a:lnTo>
                  <a:pt x="56013" y="89967"/>
                </a:lnTo>
                <a:lnTo>
                  <a:pt x="56013" y="92064"/>
                </a:lnTo>
                <a:cubicBezTo>
                  <a:pt x="56093" y="92064"/>
                  <a:pt x="56174" y="92024"/>
                  <a:pt x="56255" y="92024"/>
                </a:cubicBezTo>
                <a:lnTo>
                  <a:pt x="56255" y="89967"/>
                </a:lnTo>
                <a:lnTo>
                  <a:pt x="60812" y="89967"/>
                </a:lnTo>
                <a:lnTo>
                  <a:pt x="60812" y="90814"/>
                </a:lnTo>
                <a:cubicBezTo>
                  <a:pt x="60892" y="90774"/>
                  <a:pt x="60973" y="90733"/>
                  <a:pt x="61054" y="90733"/>
                </a:cubicBezTo>
                <a:lnTo>
                  <a:pt x="61054" y="89967"/>
                </a:lnTo>
                <a:lnTo>
                  <a:pt x="63191" y="89967"/>
                </a:lnTo>
                <a:lnTo>
                  <a:pt x="63796" y="89725"/>
                </a:lnTo>
                <a:lnTo>
                  <a:pt x="61054" y="89725"/>
                </a:lnTo>
                <a:lnTo>
                  <a:pt x="61054" y="85168"/>
                </a:lnTo>
                <a:lnTo>
                  <a:pt x="65651" y="85168"/>
                </a:lnTo>
                <a:lnTo>
                  <a:pt x="65651" y="88959"/>
                </a:lnTo>
                <a:cubicBezTo>
                  <a:pt x="65731" y="88919"/>
                  <a:pt x="65812" y="88878"/>
                  <a:pt x="65893" y="88838"/>
                </a:cubicBezTo>
                <a:lnTo>
                  <a:pt x="65893" y="85168"/>
                </a:lnTo>
                <a:lnTo>
                  <a:pt x="70450" y="85168"/>
                </a:lnTo>
                <a:lnTo>
                  <a:pt x="70450" y="86419"/>
                </a:lnTo>
                <a:cubicBezTo>
                  <a:pt x="70530" y="86378"/>
                  <a:pt x="70611" y="86338"/>
                  <a:pt x="70691" y="86257"/>
                </a:cubicBezTo>
                <a:lnTo>
                  <a:pt x="70691" y="85168"/>
                </a:lnTo>
                <a:lnTo>
                  <a:pt x="72425" y="85168"/>
                </a:lnTo>
                <a:cubicBezTo>
                  <a:pt x="72546" y="85088"/>
                  <a:pt x="72667" y="85007"/>
                  <a:pt x="72788" y="84927"/>
                </a:cubicBezTo>
                <a:lnTo>
                  <a:pt x="70691" y="84927"/>
                </a:lnTo>
                <a:lnTo>
                  <a:pt x="70691" y="80329"/>
                </a:lnTo>
                <a:lnTo>
                  <a:pt x="75248" y="80329"/>
                </a:lnTo>
                <a:lnTo>
                  <a:pt x="75248" y="83072"/>
                </a:lnTo>
                <a:lnTo>
                  <a:pt x="75490" y="82910"/>
                </a:lnTo>
                <a:lnTo>
                  <a:pt x="75490" y="80329"/>
                </a:lnTo>
                <a:lnTo>
                  <a:pt x="78434" y="80329"/>
                </a:lnTo>
                <a:lnTo>
                  <a:pt x="78716" y="80087"/>
                </a:lnTo>
                <a:lnTo>
                  <a:pt x="75490" y="80087"/>
                </a:lnTo>
                <a:lnTo>
                  <a:pt x="75490" y="75531"/>
                </a:lnTo>
                <a:lnTo>
                  <a:pt x="80087" y="75531"/>
                </a:lnTo>
                <a:lnTo>
                  <a:pt x="80087" y="78716"/>
                </a:lnTo>
                <a:lnTo>
                  <a:pt x="80329" y="78474"/>
                </a:lnTo>
                <a:lnTo>
                  <a:pt x="80329" y="75531"/>
                </a:lnTo>
                <a:lnTo>
                  <a:pt x="82870" y="75531"/>
                </a:lnTo>
                <a:lnTo>
                  <a:pt x="83072" y="75289"/>
                </a:lnTo>
                <a:lnTo>
                  <a:pt x="80329" y="75289"/>
                </a:lnTo>
                <a:lnTo>
                  <a:pt x="80329" y="70732"/>
                </a:lnTo>
                <a:lnTo>
                  <a:pt x="84886" y="70732"/>
                </a:lnTo>
                <a:lnTo>
                  <a:pt x="84886" y="72829"/>
                </a:lnTo>
                <a:cubicBezTo>
                  <a:pt x="84967" y="72708"/>
                  <a:pt x="85048" y="72587"/>
                  <a:pt x="85128" y="72466"/>
                </a:cubicBezTo>
                <a:lnTo>
                  <a:pt x="85128" y="70732"/>
                </a:lnTo>
                <a:lnTo>
                  <a:pt x="86257" y="70732"/>
                </a:lnTo>
                <a:cubicBezTo>
                  <a:pt x="86298" y="70651"/>
                  <a:pt x="86338" y="70570"/>
                  <a:pt x="86378" y="70490"/>
                </a:cubicBezTo>
                <a:lnTo>
                  <a:pt x="85128" y="70490"/>
                </a:lnTo>
                <a:lnTo>
                  <a:pt x="85128" y="65893"/>
                </a:lnTo>
                <a:lnTo>
                  <a:pt x="88798" y="65893"/>
                </a:lnTo>
                <a:cubicBezTo>
                  <a:pt x="88838" y="65812"/>
                  <a:pt x="88879" y="65731"/>
                  <a:pt x="88919" y="65651"/>
                </a:cubicBezTo>
                <a:lnTo>
                  <a:pt x="85128" y="65651"/>
                </a:lnTo>
                <a:lnTo>
                  <a:pt x="85128" y="61094"/>
                </a:lnTo>
                <a:lnTo>
                  <a:pt x="89685" y="61094"/>
                </a:lnTo>
                <a:close/>
                <a:moveTo>
                  <a:pt x="85128" y="32180"/>
                </a:moveTo>
                <a:lnTo>
                  <a:pt x="89685" y="32180"/>
                </a:lnTo>
                <a:lnTo>
                  <a:pt x="89685" y="36777"/>
                </a:lnTo>
                <a:lnTo>
                  <a:pt x="85128" y="36777"/>
                </a:lnTo>
                <a:close/>
                <a:moveTo>
                  <a:pt x="85128" y="37019"/>
                </a:moveTo>
                <a:lnTo>
                  <a:pt x="89685" y="37019"/>
                </a:lnTo>
                <a:lnTo>
                  <a:pt x="89685" y="41576"/>
                </a:lnTo>
                <a:lnTo>
                  <a:pt x="85128" y="41576"/>
                </a:lnTo>
                <a:close/>
                <a:moveTo>
                  <a:pt x="85128" y="41818"/>
                </a:moveTo>
                <a:lnTo>
                  <a:pt x="89685" y="41818"/>
                </a:lnTo>
                <a:lnTo>
                  <a:pt x="89685" y="46375"/>
                </a:lnTo>
                <a:lnTo>
                  <a:pt x="85128" y="46375"/>
                </a:lnTo>
                <a:close/>
                <a:moveTo>
                  <a:pt x="85128" y="46617"/>
                </a:moveTo>
                <a:lnTo>
                  <a:pt x="89685" y="46617"/>
                </a:lnTo>
                <a:lnTo>
                  <a:pt x="89685" y="51214"/>
                </a:lnTo>
                <a:lnTo>
                  <a:pt x="85128" y="51214"/>
                </a:lnTo>
                <a:close/>
                <a:moveTo>
                  <a:pt x="85128" y="51456"/>
                </a:moveTo>
                <a:lnTo>
                  <a:pt x="89685" y="51456"/>
                </a:lnTo>
                <a:lnTo>
                  <a:pt x="89685" y="56013"/>
                </a:lnTo>
                <a:lnTo>
                  <a:pt x="85128" y="56013"/>
                </a:lnTo>
                <a:close/>
                <a:moveTo>
                  <a:pt x="85128" y="56255"/>
                </a:moveTo>
                <a:lnTo>
                  <a:pt x="89685" y="56255"/>
                </a:lnTo>
                <a:lnTo>
                  <a:pt x="89685" y="60812"/>
                </a:lnTo>
                <a:lnTo>
                  <a:pt x="85128" y="60812"/>
                </a:lnTo>
                <a:close/>
                <a:moveTo>
                  <a:pt x="7904" y="60812"/>
                </a:moveTo>
                <a:lnTo>
                  <a:pt x="3347" y="60812"/>
                </a:lnTo>
                <a:lnTo>
                  <a:pt x="3347" y="56255"/>
                </a:lnTo>
                <a:lnTo>
                  <a:pt x="7904" y="56255"/>
                </a:lnTo>
                <a:close/>
                <a:moveTo>
                  <a:pt x="7904" y="56013"/>
                </a:moveTo>
                <a:lnTo>
                  <a:pt x="3347" y="56013"/>
                </a:lnTo>
                <a:lnTo>
                  <a:pt x="3347" y="51456"/>
                </a:lnTo>
                <a:lnTo>
                  <a:pt x="7904" y="51456"/>
                </a:lnTo>
                <a:close/>
                <a:moveTo>
                  <a:pt x="7904" y="51214"/>
                </a:moveTo>
                <a:lnTo>
                  <a:pt x="3347" y="51214"/>
                </a:lnTo>
                <a:lnTo>
                  <a:pt x="3347" y="46617"/>
                </a:lnTo>
                <a:lnTo>
                  <a:pt x="7904" y="46617"/>
                </a:lnTo>
                <a:close/>
                <a:moveTo>
                  <a:pt x="7904" y="46375"/>
                </a:moveTo>
                <a:lnTo>
                  <a:pt x="3347" y="46375"/>
                </a:lnTo>
                <a:lnTo>
                  <a:pt x="3347" y="41818"/>
                </a:lnTo>
                <a:lnTo>
                  <a:pt x="7904" y="41818"/>
                </a:lnTo>
                <a:close/>
                <a:moveTo>
                  <a:pt x="7904" y="41576"/>
                </a:moveTo>
                <a:lnTo>
                  <a:pt x="3347" y="41576"/>
                </a:lnTo>
                <a:lnTo>
                  <a:pt x="3347" y="37019"/>
                </a:lnTo>
                <a:lnTo>
                  <a:pt x="7904" y="37019"/>
                </a:lnTo>
                <a:close/>
                <a:moveTo>
                  <a:pt x="7904" y="36777"/>
                </a:moveTo>
                <a:lnTo>
                  <a:pt x="3347" y="36777"/>
                </a:lnTo>
                <a:lnTo>
                  <a:pt x="3347" y="32180"/>
                </a:lnTo>
                <a:lnTo>
                  <a:pt x="7904" y="32180"/>
                </a:lnTo>
                <a:close/>
                <a:moveTo>
                  <a:pt x="12703" y="70449"/>
                </a:moveTo>
                <a:lnTo>
                  <a:pt x="8146" y="70449"/>
                </a:lnTo>
                <a:lnTo>
                  <a:pt x="8146" y="65893"/>
                </a:lnTo>
                <a:lnTo>
                  <a:pt x="12703" y="65893"/>
                </a:lnTo>
                <a:close/>
                <a:moveTo>
                  <a:pt x="12703" y="65610"/>
                </a:moveTo>
                <a:lnTo>
                  <a:pt x="8146" y="65610"/>
                </a:lnTo>
                <a:lnTo>
                  <a:pt x="8146" y="61054"/>
                </a:lnTo>
                <a:lnTo>
                  <a:pt x="12703" y="61054"/>
                </a:lnTo>
                <a:close/>
                <a:moveTo>
                  <a:pt x="12703" y="60812"/>
                </a:moveTo>
                <a:lnTo>
                  <a:pt x="8146" y="60812"/>
                </a:lnTo>
                <a:lnTo>
                  <a:pt x="8146" y="56255"/>
                </a:lnTo>
                <a:lnTo>
                  <a:pt x="12703" y="56255"/>
                </a:lnTo>
                <a:close/>
                <a:moveTo>
                  <a:pt x="12703" y="56013"/>
                </a:moveTo>
                <a:lnTo>
                  <a:pt x="8146" y="56013"/>
                </a:lnTo>
                <a:lnTo>
                  <a:pt x="8146" y="51456"/>
                </a:lnTo>
                <a:lnTo>
                  <a:pt x="12703" y="51456"/>
                </a:lnTo>
                <a:close/>
                <a:moveTo>
                  <a:pt x="12703" y="51174"/>
                </a:moveTo>
                <a:lnTo>
                  <a:pt x="8146" y="51174"/>
                </a:lnTo>
                <a:lnTo>
                  <a:pt x="8146" y="46617"/>
                </a:lnTo>
                <a:lnTo>
                  <a:pt x="12703" y="46617"/>
                </a:lnTo>
                <a:close/>
                <a:moveTo>
                  <a:pt x="12703" y="46375"/>
                </a:moveTo>
                <a:lnTo>
                  <a:pt x="8146" y="46375"/>
                </a:lnTo>
                <a:lnTo>
                  <a:pt x="8146" y="41818"/>
                </a:lnTo>
                <a:lnTo>
                  <a:pt x="12703" y="41818"/>
                </a:lnTo>
                <a:close/>
                <a:moveTo>
                  <a:pt x="12703" y="41576"/>
                </a:moveTo>
                <a:lnTo>
                  <a:pt x="8146" y="41576"/>
                </a:lnTo>
                <a:lnTo>
                  <a:pt x="8146" y="36979"/>
                </a:lnTo>
                <a:lnTo>
                  <a:pt x="12703" y="36979"/>
                </a:lnTo>
                <a:close/>
                <a:moveTo>
                  <a:pt x="12703" y="36737"/>
                </a:moveTo>
                <a:lnTo>
                  <a:pt x="8146" y="36737"/>
                </a:lnTo>
                <a:lnTo>
                  <a:pt x="8146" y="32180"/>
                </a:lnTo>
                <a:lnTo>
                  <a:pt x="12703" y="32180"/>
                </a:lnTo>
                <a:close/>
                <a:moveTo>
                  <a:pt x="12703" y="31938"/>
                </a:moveTo>
                <a:lnTo>
                  <a:pt x="8146" y="31938"/>
                </a:lnTo>
                <a:lnTo>
                  <a:pt x="8146" y="27381"/>
                </a:lnTo>
                <a:lnTo>
                  <a:pt x="12703" y="27381"/>
                </a:lnTo>
                <a:close/>
                <a:moveTo>
                  <a:pt x="12703" y="27139"/>
                </a:moveTo>
                <a:lnTo>
                  <a:pt x="8146" y="27139"/>
                </a:lnTo>
                <a:lnTo>
                  <a:pt x="8146" y="22542"/>
                </a:lnTo>
                <a:lnTo>
                  <a:pt x="12703" y="22542"/>
                </a:lnTo>
                <a:close/>
                <a:moveTo>
                  <a:pt x="17542" y="75248"/>
                </a:moveTo>
                <a:lnTo>
                  <a:pt x="12945" y="75248"/>
                </a:lnTo>
                <a:lnTo>
                  <a:pt x="12945" y="70651"/>
                </a:lnTo>
                <a:lnTo>
                  <a:pt x="17542" y="70651"/>
                </a:lnTo>
                <a:close/>
                <a:moveTo>
                  <a:pt x="17542" y="70449"/>
                </a:moveTo>
                <a:lnTo>
                  <a:pt x="12945" y="70449"/>
                </a:lnTo>
                <a:lnTo>
                  <a:pt x="12945" y="65852"/>
                </a:lnTo>
                <a:lnTo>
                  <a:pt x="17542" y="65852"/>
                </a:lnTo>
                <a:close/>
                <a:moveTo>
                  <a:pt x="17542" y="65610"/>
                </a:moveTo>
                <a:lnTo>
                  <a:pt x="12945" y="65610"/>
                </a:lnTo>
                <a:lnTo>
                  <a:pt x="12945" y="61054"/>
                </a:lnTo>
                <a:lnTo>
                  <a:pt x="17542" y="61054"/>
                </a:lnTo>
                <a:close/>
                <a:moveTo>
                  <a:pt x="17542" y="60812"/>
                </a:moveTo>
                <a:lnTo>
                  <a:pt x="12945" y="60812"/>
                </a:lnTo>
                <a:lnTo>
                  <a:pt x="12945" y="56214"/>
                </a:lnTo>
                <a:lnTo>
                  <a:pt x="17542" y="56214"/>
                </a:lnTo>
                <a:close/>
                <a:moveTo>
                  <a:pt x="17542" y="55972"/>
                </a:moveTo>
                <a:lnTo>
                  <a:pt x="12945" y="55972"/>
                </a:lnTo>
                <a:lnTo>
                  <a:pt x="12945" y="51416"/>
                </a:lnTo>
                <a:lnTo>
                  <a:pt x="17542" y="51416"/>
                </a:lnTo>
                <a:close/>
                <a:moveTo>
                  <a:pt x="17542" y="51174"/>
                </a:moveTo>
                <a:lnTo>
                  <a:pt x="12945" y="51174"/>
                </a:lnTo>
                <a:lnTo>
                  <a:pt x="12945" y="46617"/>
                </a:lnTo>
                <a:lnTo>
                  <a:pt x="17542" y="46617"/>
                </a:lnTo>
                <a:close/>
                <a:moveTo>
                  <a:pt x="17542" y="46375"/>
                </a:moveTo>
                <a:lnTo>
                  <a:pt x="12945" y="46375"/>
                </a:lnTo>
                <a:lnTo>
                  <a:pt x="12945" y="41778"/>
                </a:lnTo>
                <a:lnTo>
                  <a:pt x="17542" y="41778"/>
                </a:lnTo>
                <a:close/>
                <a:moveTo>
                  <a:pt x="17542" y="41536"/>
                </a:moveTo>
                <a:lnTo>
                  <a:pt x="12945" y="41536"/>
                </a:lnTo>
                <a:lnTo>
                  <a:pt x="12945" y="36979"/>
                </a:lnTo>
                <a:lnTo>
                  <a:pt x="17542" y="36979"/>
                </a:lnTo>
                <a:close/>
                <a:moveTo>
                  <a:pt x="17542" y="36737"/>
                </a:moveTo>
                <a:lnTo>
                  <a:pt x="12945" y="36737"/>
                </a:lnTo>
                <a:lnTo>
                  <a:pt x="12945" y="32180"/>
                </a:lnTo>
                <a:lnTo>
                  <a:pt x="17542" y="32180"/>
                </a:lnTo>
                <a:close/>
                <a:moveTo>
                  <a:pt x="17542" y="31938"/>
                </a:moveTo>
                <a:lnTo>
                  <a:pt x="12945" y="31938"/>
                </a:lnTo>
                <a:lnTo>
                  <a:pt x="12945" y="27341"/>
                </a:lnTo>
                <a:lnTo>
                  <a:pt x="17542" y="27341"/>
                </a:lnTo>
                <a:close/>
                <a:moveTo>
                  <a:pt x="17542" y="27099"/>
                </a:moveTo>
                <a:lnTo>
                  <a:pt x="12945" y="27099"/>
                </a:lnTo>
                <a:lnTo>
                  <a:pt x="12945" y="22542"/>
                </a:lnTo>
                <a:lnTo>
                  <a:pt x="17542" y="22542"/>
                </a:lnTo>
                <a:close/>
                <a:moveTo>
                  <a:pt x="17542" y="22300"/>
                </a:moveTo>
                <a:lnTo>
                  <a:pt x="12945" y="22300"/>
                </a:lnTo>
                <a:lnTo>
                  <a:pt x="12945" y="17743"/>
                </a:lnTo>
                <a:lnTo>
                  <a:pt x="17542" y="17743"/>
                </a:lnTo>
                <a:close/>
                <a:moveTo>
                  <a:pt x="22341" y="80047"/>
                </a:moveTo>
                <a:lnTo>
                  <a:pt x="17784" y="80047"/>
                </a:lnTo>
                <a:lnTo>
                  <a:pt x="17784" y="75450"/>
                </a:lnTo>
                <a:lnTo>
                  <a:pt x="22341" y="75450"/>
                </a:lnTo>
                <a:close/>
                <a:moveTo>
                  <a:pt x="22341" y="75208"/>
                </a:moveTo>
                <a:lnTo>
                  <a:pt x="17784" y="75208"/>
                </a:lnTo>
                <a:lnTo>
                  <a:pt x="17784" y="70651"/>
                </a:lnTo>
                <a:lnTo>
                  <a:pt x="22341" y="70651"/>
                </a:lnTo>
                <a:close/>
                <a:moveTo>
                  <a:pt x="22341" y="70409"/>
                </a:moveTo>
                <a:lnTo>
                  <a:pt x="17784" y="70409"/>
                </a:lnTo>
                <a:lnTo>
                  <a:pt x="17784" y="65852"/>
                </a:lnTo>
                <a:lnTo>
                  <a:pt x="22341" y="65852"/>
                </a:lnTo>
                <a:close/>
                <a:moveTo>
                  <a:pt x="22341" y="65610"/>
                </a:moveTo>
                <a:lnTo>
                  <a:pt x="17784" y="65610"/>
                </a:lnTo>
                <a:lnTo>
                  <a:pt x="17784" y="61013"/>
                </a:lnTo>
                <a:lnTo>
                  <a:pt x="22341" y="61013"/>
                </a:lnTo>
                <a:close/>
                <a:moveTo>
                  <a:pt x="22341" y="60771"/>
                </a:moveTo>
                <a:lnTo>
                  <a:pt x="17784" y="60771"/>
                </a:lnTo>
                <a:lnTo>
                  <a:pt x="17784" y="56214"/>
                </a:lnTo>
                <a:lnTo>
                  <a:pt x="22341" y="56214"/>
                </a:lnTo>
                <a:close/>
                <a:moveTo>
                  <a:pt x="22341" y="55972"/>
                </a:moveTo>
                <a:lnTo>
                  <a:pt x="17784" y="55972"/>
                </a:lnTo>
                <a:lnTo>
                  <a:pt x="17784" y="51416"/>
                </a:lnTo>
                <a:lnTo>
                  <a:pt x="22341" y="51416"/>
                </a:lnTo>
                <a:close/>
                <a:moveTo>
                  <a:pt x="22341" y="51174"/>
                </a:moveTo>
                <a:lnTo>
                  <a:pt x="17784" y="51174"/>
                </a:lnTo>
                <a:lnTo>
                  <a:pt x="17784" y="46577"/>
                </a:lnTo>
                <a:lnTo>
                  <a:pt x="22341" y="46577"/>
                </a:lnTo>
                <a:close/>
                <a:moveTo>
                  <a:pt x="22341" y="46335"/>
                </a:moveTo>
                <a:lnTo>
                  <a:pt x="17784" y="46335"/>
                </a:lnTo>
                <a:lnTo>
                  <a:pt x="17784" y="41778"/>
                </a:lnTo>
                <a:lnTo>
                  <a:pt x="22341" y="41778"/>
                </a:lnTo>
                <a:close/>
                <a:moveTo>
                  <a:pt x="22341" y="41536"/>
                </a:moveTo>
                <a:lnTo>
                  <a:pt x="17784" y="41536"/>
                </a:lnTo>
                <a:lnTo>
                  <a:pt x="17784" y="36939"/>
                </a:lnTo>
                <a:lnTo>
                  <a:pt x="22341" y="36939"/>
                </a:lnTo>
                <a:close/>
                <a:moveTo>
                  <a:pt x="22341" y="36737"/>
                </a:moveTo>
                <a:lnTo>
                  <a:pt x="17784" y="36737"/>
                </a:lnTo>
                <a:lnTo>
                  <a:pt x="17784" y="32140"/>
                </a:lnTo>
                <a:lnTo>
                  <a:pt x="22341" y="32140"/>
                </a:lnTo>
                <a:close/>
                <a:moveTo>
                  <a:pt x="22341" y="31898"/>
                </a:moveTo>
                <a:lnTo>
                  <a:pt x="17784" y="31898"/>
                </a:lnTo>
                <a:lnTo>
                  <a:pt x="17784" y="27341"/>
                </a:lnTo>
                <a:lnTo>
                  <a:pt x="22341" y="27341"/>
                </a:lnTo>
                <a:close/>
                <a:moveTo>
                  <a:pt x="22341" y="27099"/>
                </a:moveTo>
                <a:lnTo>
                  <a:pt x="17784" y="27099"/>
                </a:lnTo>
                <a:lnTo>
                  <a:pt x="17784" y="22502"/>
                </a:lnTo>
                <a:lnTo>
                  <a:pt x="22341" y="22502"/>
                </a:lnTo>
                <a:close/>
                <a:moveTo>
                  <a:pt x="22341" y="22260"/>
                </a:moveTo>
                <a:lnTo>
                  <a:pt x="17784" y="22260"/>
                </a:lnTo>
                <a:lnTo>
                  <a:pt x="17784" y="17703"/>
                </a:lnTo>
                <a:lnTo>
                  <a:pt x="22341" y="17703"/>
                </a:lnTo>
                <a:close/>
                <a:moveTo>
                  <a:pt x="22341" y="17461"/>
                </a:moveTo>
                <a:lnTo>
                  <a:pt x="17784" y="17461"/>
                </a:lnTo>
                <a:lnTo>
                  <a:pt x="17784" y="12904"/>
                </a:lnTo>
                <a:lnTo>
                  <a:pt x="22341" y="12904"/>
                </a:lnTo>
                <a:close/>
                <a:moveTo>
                  <a:pt x="27139" y="84846"/>
                </a:moveTo>
                <a:lnTo>
                  <a:pt x="22583" y="84846"/>
                </a:lnTo>
                <a:lnTo>
                  <a:pt x="22583" y="80249"/>
                </a:lnTo>
                <a:lnTo>
                  <a:pt x="27139" y="80249"/>
                </a:lnTo>
                <a:close/>
                <a:moveTo>
                  <a:pt x="27139" y="80007"/>
                </a:moveTo>
                <a:lnTo>
                  <a:pt x="22583" y="80007"/>
                </a:lnTo>
                <a:lnTo>
                  <a:pt x="22583" y="75450"/>
                </a:lnTo>
                <a:lnTo>
                  <a:pt x="27139" y="75450"/>
                </a:lnTo>
                <a:close/>
                <a:moveTo>
                  <a:pt x="27139" y="75208"/>
                </a:moveTo>
                <a:lnTo>
                  <a:pt x="22583" y="75208"/>
                </a:lnTo>
                <a:lnTo>
                  <a:pt x="22583" y="70611"/>
                </a:lnTo>
                <a:lnTo>
                  <a:pt x="27139" y="70611"/>
                </a:lnTo>
                <a:close/>
                <a:moveTo>
                  <a:pt x="27139" y="70369"/>
                </a:moveTo>
                <a:lnTo>
                  <a:pt x="22583" y="70369"/>
                </a:lnTo>
                <a:lnTo>
                  <a:pt x="22583" y="65812"/>
                </a:lnTo>
                <a:lnTo>
                  <a:pt x="27139" y="65812"/>
                </a:lnTo>
                <a:close/>
                <a:moveTo>
                  <a:pt x="27139" y="65570"/>
                </a:moveTo>
                <a:lnTo>
                  <a:pt x="22583" y="65570"/>
                </a:lnTo>
                <a:lnTo>
                  <a:pt x="22583" y="61013"/>
                </a:lnTo>
                <a:lnTo>
                  <a:pt x="27139" y="61013"/>
                </a:lnTo>
                <a:close/>
                <a:moveTo>
                  <a:pt x="27139" y="60771"/>
                </a:moveTo>
                <a:lnTo>
                  <a:pt x="22583" y="60771"/>
                </a:lnTo>
                <a:lnTo>
                  <a:pt x="22583" y="56174"/>
                </a:lnTo>
                <a:lnTo>
                  <a:pt x="27139" y="56174"/>
                </a:lnTo>
                <a:close/>
                <a:moveTo>
                  <a:pt x="27139" y="55932"/>
                </a:moveTo>
                <a:lnTo>
                  <a:pt x="22583" y="55932"/>
                </a:lnTo>
                <a:lnTo>
                  <a:pt x="22583" y="51375"/>
                </a:lnTo>
                <a:lnTo>
                  <a:pt x="27139" y="51375"/>
                </a:lnTo>
                <a:close/>
                <a:moveTo>
                  <a:pt x="27139" y="51133"/>
                </a:moveTo>
                <a:lnTo>
                  <a:pt x="22583" y="51133"/>
                </a:lnTo>
                <a:lnTo>
                  <a:pt x="22583" y="46577"/>
                </a:lnTo>
                <a:lnTo>
                  <a:pt x="27139" y="46577"/>
                </a:lnTo>
                <a:close/>
                <a:moveTo>
                  <a:pt x="27139" y="46335"/>
                </a:moveTo>
                <a:lnTo>
                  <a:pt x="22583" y="46335"/>
                </a:lnTo>
                <a:lnTo>
                  <a:pt x="22583" y="41737"/>
                </a:lnTo>
                <a:lnTo>
                  <a:pt x="27139" y="41737"/>
                </a:lnTo>
                <a:close/>
                <a:moveTo>
                  <a:pt x="27139" y="41495"/>
                </a:moveTo>
                <a:lnTo>
                  <a:pt x="22583" y="41495"/>
                </a:lnTo>
                <a:lnTo>
                  <a:pt x="22583" y="36939"/>
                </a:lnTo>
                <a:lnTo>
                  <a:pt x="27139" y="36939"/>
                </a:lnTo>
                <a:close/>
                <a:moveTo>
                  <a:pt x="27139" y="36697"/>
                </a:moveTo>
                <a:lnTo>
                  <a:pt x="22583" y="36697"/>
                </a:lnTo>
                <a:lnTo>
                  <a:pt x="22583" y="32140"/>
                </a:lnTo>
                <a:lnTo>
                  <a:pt x="27139" y="32140"/>
                </a:lnTo>
                <a:close/>
                <a:moveTo>
                  <a:pt x="27139" y="31898"/>
                </a:moveTo>
                <a:lnTo>
                  <a:pt x="22583" y="31898"/>
                </a:lnTo>
                <a:lnTo>
                  <a:pt x="22583" y="27301"/>
                </a:lnTo>
                <a:lnTo>
                  <a:pt x="27139" y="27301"/>
                </a:lnTo>
                <a:close/>
                <a:moveTo>
                  <a:pt x="27139" y="27059"/>
                </a:moveTo>
                <a:lnTo>
                  <a:pt x="22583" y="27059"/>
                </a:lnTo>
                <a:lnTo>
                  <a:pt x="22583" y="22502"/>
                </a:lnTo>
                <a:lnTo>
                  <a:pt x="27139" y="22502"/>
                </a:lnTo>
                <a:close/>
                <a:moveTo>
                  <a:pt x="27139" y="22260"/>
                </a:moveTo>
                <a:lnTo>
                  <a:pt x="22583" y="22260"/>
                </a:lnTo>
                <a:lnTo>
                  <a:pt x="22583" y="17703"/>
                </a:lnTo>
                <a:lnTo>
                  <a:pt x="27139" y="17703"/>
                </a:lnTo>
                <a:close/>
                <a:moveTo>
                  <a:pt x="27139" y="17461"/>
                </a:moveTo>
                <a:lnTo>
                  <a:pt x="22583" y="17461"/>
                </a:lnTo>
                <a:lnTo>
                  <a:pt x="22583" y="12864"/>
                </a:lnTo>
                <a:lnTo>
                  <a:pt x="27139" y="12864"/>
                </a:lnTo>
                <a:close/>
                <a:moveTo>
                  <a:pt x="27139" y="12622"/>
                </a:moveTo>
                <a:lnTo>
                  <a:pt x="22583" y="12622"/>
                </a:lnTo>
                <a:lnTo>
                  <a:pt x="22583" y="8065"/>
                </a:lnTo>
                <a:lnTo>
                  <a:pt x="27139" y="8065"/>
                </a:lnTo>
                <a:close/>
                <a:moveTo>
                  <a:pt x="31979" y="84806"/>
                </a:moveTo>
                <a:lnTo>
                  <a:pt x="27381" y="84806"/>
                </a:lnTo>
                <a:lnTo>
                  <a:pt x="27381" y="80249"/>
                </a:lnTo>
                <a:lnTo>
                  <a:pt x="31979" y="80249"/>
                </a:lnTo>
                <a:close/>
                <a:moveTo>
                  <a:pt x="31979" y="80007"/>
                </a:moveTo>
                <a:lnTo>
                  <a:pt x="27381" y="80007"/>
                </a:lnTo>
                <a:lnTo>
                  <a:pt x="27381" y="75410"/>
                </a:lnTo>
                <a:lnTo>
                  <a:pt x="31979" y="75410"/>
                </a:lnTo>
                <a:close/>
                <a:moveTo>
                  <a:pt x="31979" y="75168"/>
                </a:moveTo>
                <a:lnTo>
                  <a:pt x="27381" y="75168"/>
                </a:lnTo>
                <a:lnTo>
                  <a:pt x="27381" y="70611"/>
                </a:lnTo>
                <a:lnTo>
                  <a:pt x="31979" y="70611"/>
                </a:lnTo>
                <a:close/>
                <a:moveTo>
                  <a:pt x="31979" y="70369"/>
                </a:moveTo>
                <a:lnTo>
                  <a:pt x="27381" y="70369"/>
                </a:lnTo>
                <a:lnTo>
                  <a:pt x="27381" y="65812"/>
                </a:lnTo>
                <a:lnTo>
                  <a:pt x="31979" y="65812"/>
                </a:lnTo>
                <a:close/>
                <a:moveTo>
                  <a:pt x="31979" y="65570"/>
                </a:moveTo>
                <a:lnTo>
                  <a:pt x="27381" y="65570"/>
                </a:lnTo>
                <a:lnTo>
                  <a:pt x="27381" y="60973"/>
                </a:lnTo>
                <a:lnTo>
                  <a:pt x="31979" y="60973"/>
                </a:lnTo>
                <a:close/>
                <a:moveTo>
                  <a:pt x="31979" y="60731"/>
                </a:moveTo>
                <a:lnTo>
                  <a:pt x="27381" y="60731"/>
                </a:lnTo>
                <a:lnTo>
                  <a:pt x="27381" y="56174"/>
                </a:lnTo>
                <a:lnTo>
                  <a:pt x="31979" y="56174"/>
                </a:lnTo>
                <a:close/>
                <a:moveTo>
                  <a:pt x="31979" y="55932"/>
                </a:moveTo>
                <a:lnTo>
                  <a:pt x="27381" y="55932"/>
                </a:lnTo>
                <a:lnTo>
                  <a:pt x="27381" y="51375"/>
                </a:lnTo>
                <a:lnTo>
                  <a:pt x="31979" y="51375"/>
                </a:lnTo>
                <a:close/>
                <a:moveTo>
                  <a:pt x="31979" y="51133"/>
                </a:moveTo>
                <a:lnTo>
                  <a:pt x="27381" y="51133"/>
                </a:lnTo>
                <a:lnTo>
                  <a:pt x="27381" y="46536"/>
                </a:lnTo>
                <a:lnTo>
                  <a:pt x="31979" y="46536"/>
                </a:lnTo>
                <a:close/>
                <a:moveTo>
                  <a:pt x="31979" y="46294"/>
                </a:moveTo>
                <a:lnTo>
                  <a:pt x="27381" y="46294"/>
                </a:lnTo>
                <a:lnTo>
                  <a:pt x="27381" y="41737"/>
                </a:lnTo>
                <a:lnTo>
                  <a:pt x="31979" y="41737"/>
                </a:lnTo>
                <a:close/>
                <a:moveTo>
                  <a:pt x="31979" y="41495"/>
                </a:moveTo>
                <a:lnTo>
                  <a:pt x="27381" y="41495"/>
                </a:lnTo>
                <a:lnTo>
                  <a:pt x="27381" y="36898"/>
                </a:lnTo>
                <a:lnTo>
                  <a:pt x="31979" y="36898"/>
                </a:lnTo>
                <a:close/>
                <a:moveTo>
                  <a:pt x="31979" y="36656"/>
                </a:moveTo>
                <a:lnTo>
                  <a:pt x="27381" y="36656"/>
                </a:lnTo>
                <a:lnTo>
                  <a:pt x="27381" y="32099"/>
                </a:lnTo>
                <a:lnTo>
                  <a:pt x="31979" y="32099"/>
                </a:lnTo>
                <a:close/>
                <a:moveTo>
                  <a:pt x="31979" y="31858"/>
                </a:moveTo>
                <a:lnTo>
                  <a:pt x="27381" y="31858"/>
                </a:lnTo>
                <a:lnTo>
                  <a:pt x="27381" y="27301"/>
                </a:lnTo>
                <a:lnTo>
                  <a:pt x="31979" y="27301"/>
                </a:lnTo>
                <a:close/>
                <a:moveTo>
                  <a:pt x="31979" y="27059"/>
                </a:moveTo>
                <a:lnTo>
                  <a:pt x="27381" y="27059"/>
                </a:lnTo>
                <a:lnTo>
                  <a:pt x="27381" y="22462"/>
                </a:lnTo>
                <a:lnTo>
                  <a:pt x="31979" y="22462"/>
                </a:lnTo>
                <a:close/>
                <a:moveTo>
                  <a:pt x="31979" y="22220"/>
                </a:moveTo>
                <a:lnTo>
                  <a:pt x="27381" y="22220"/>
                </a:lnTo>
                <a:lnTo>
                  <a:pt x="27381" y="17663"/>
                </a:lnTo>
                <a:lnTo>
                  <a:pt x="31979" y="17663"/>
                </a:lnTo>
                <a:close/>
                <a:moveTo>
                  <a:pt x="31979" y="17421"/>
                </a:moveTo>
                <a:lnTo>
                  <a:pt x="27381" y="17421"/>
                </a:lnTo>
                <a:lnTo>
                  <a:pt x="27381" y="12864"/>
                </a:lnTo>
                <a:lnTo>
                  <a:pt x="31979" y="12864"/>
                </a:lnTo>
                <a:close/>
                <a:moveTo>
                  <a:pt x="31979" y="12622"/>
                </a:moveTo>
                <a:lnTo>
                  <a:pt x="27381" y="12622"/>
                </a:lnTo>
                <a:lnTo>
                  <a:pt x="27381" y="8025"/>
                </a:lnTo>
                <a:lnTo>
                  <a:pt x="31979" y="8025"/>
                </a:lnTo>
                <a:close/>
                <a:moveTo>
                  <a:pt x="36777" y="89604"/>
                </a:moveTo>
                <a:lnTo>
                  <a:pt x="32220" y="89604"/>
                </a:lnTo>
                <a:lnTo>
                  <a:pt x="32220" y="85007"/>
                </a:lnTo>
                <a:lnTo>
                  <a:pt x="36777" y="85007"/>
                </a:lnTo>
                <a:close/>
                <a:moveTo>
                  <a:pt x="36777" y="84765"/>
                </a:moveTo>
                <a:lnTo>
                  <a:pt x="32220" y="84765"/>
                </a:lnTo>
                <a:lnTo>
                  <a:pt x="32220" y="80208"/>
                </a:lnTo>
                <a:lnTo>
                  <a:pt x="36777" y="80208"/>
                </a:lnTo>
                <a:close/>
                <a:moveTo>
                  <a:pt x="36777" y="79966"/>
                </a:moveTo>
                <a:lnTo>
                  <a:pt x="32220" y="79966"/>
                </a:lnTo>
                <a:lnTo>
                  <a:pt x="32220" y="75410"/>
                </a:lnTo>
                <a:lnTo>
                  <a:pt x="36777" y="75410"/>
                </a:lnTo>
                <a:close/>
                <a:moveTo>
                  <a:pt x="36777" y="75168"/>
                </a:moveTo>
                <a:lnTo>
                  <a:pt x="32220" y="75168"/>
                </a:lnTo>
                <a:lnTo>
                  <a:pt x="32220" y="70570"/>
                </a:lnTo>
                <a:lnTo>
                  <a:pt x="36777" y="70570"/>
                </a:lnTo>
                <a:close/>
                <a:moveTo>
                  <a:pt x="36777" y="70329"/>
                </a:moveTo>
                <a:lnTo>
                  <a:pt x="32220" y="70329"/>
                </a:lnTo>
                <a:lnTo>
                  <a:pt x="32220" y="65772"/>
                </a:lnTo>
                <a:lnTo>
                  <a:pt x="36777" y="65772"/>
                </a:lnTo>
                <a:close/>
                <a:moveTo>
                  <a:pt x="36777" y="65530"/>
                </a:moveTo>
                <a:lnTo>
                  <a:pt x="32220" y="65530"/>
                </a:lnTo>
                <a:lnTo>
                  <a:pt x="32220" y="60973"/>
                </a:lnTo>
                <a:lnTo>
                  <a:pt x="36777" y="60973"/>
                </a:lnTo>
                <a:close/>
                <a:moveTo>
                  <a:pt x="36777" y="60731"/>
                </a:moveTo>
                <a:lnTo>
                  <a:pt x="32220" y="60731"/>
                </a:lnTo>
                <a:lnTo>
                  <a:pt x="32220" y="56134"/>
                </a:lnTo>
                <a:lnTo>
                  <a:pt x="36777" y="56134"/>
                </a:lnTo>
                <a:close/>
                <a:moveTo>
                  <a:pt x="36777" y="55892"/>
                </a:moveTo>
                <a:lnTo>
                  <a:pt x="32220" y="55892"/>
                </a:lnTo>
                <a:lnTo>
                  <a:pt x="32220" y="51335"/>
                </a:lnTo>
                <a:lnTo>
                  <a:pt x="36777" y="51335"/>
                </a:lnTo>
                <a:close/>
                <a:moveTo>
                  <a:pt x="36777" y="51093"/>
                </a:moveTo>
                <a:lnTo>
                  <a:pt x="32220" y="51093"/>
                </a:lnTo>
                <a:lnTo>
                  <a:pt x="32220" y="46536"/>
                </a:lnTo>
                <a:lnTo>
                  <a:pt x="36777" y="46536"/>
                </a:lnTo>
                <a:close/>
                <a:moveTo>
                  <a:pt x="36777" y="46294"/>
                </a:moveTo>
                <a:lnTo>
                  <a:pt x="32220" y="46294"/>
                </a:lnTo>
                <a:lnTo>
                  <a:pt x="32220" y="41697"/>
                </a:lnTo>
                <a:lnTo>
                  <a:pt x="36777" y="41697"/>
                </a:lnTo>
                <a:close/>
                <a:moveTo>
                  <a:pt x="36777" y="41455"/>
                </a:moveTo>
                <a:lnTo>
                  <a:pt x="32220" y="41455"/>
                </a:lnTo>
                <a:lnTo>
                  <a:pt x="32220" y="36898"/>
                </a:lnTo>
                <a:lnTo>
                  <a:pt x="36777" y="36898"/>
                </a:lnTo>
                <a:close/>
                <a:moveTo>
                  <a:pt x="36777" y="36656"/>
                </a:moveTo>
                <a:lnTo>
                  <a:pt x="32220" y="36656"/>
                </a:lnTo>
                <a:lnTo>
                  <a:pt x="32220" y="32059"/>
                </a:lnTo>
                <a:lnTo>
                  <a:pt x="36777" y="32059"/>
                </a:lnTo>
                <a:close/>
                <a:moveTo>
                  <a:pt x="36777" y="31817"/>
                </a:moveTo>
                <a:lnTo>
                  <a:pt x="32220" y="31817"/>
                </a:lnTo>
                <a:lnTo>
                  <a:pt x="32220" y="27260"/>
                </a:lnTo>
                <a:lnTo>
                  <a:pt x="36777" y="27260"/>
                </a:lnTo>
                <a:close/>
                <a:moveTo>
                  <a:pt x="36777" y="27018"/>
                </a:moveTo>
                <a:lnTo>
                  <a:pt x="32220" y="27018"/>
                </a:lnTo>
                <a:lnTo>
                  <a:pt x="32220" y="22462"/>
                </a:lnTo>
                <a:lnTo>
                  <a:pt x="36777" y="22462"/>
                </a:lnTo>
                <a:close/>
                <a:moveTo>
                  <a:pt x="36777" y="22220"/>
                </a:moveTo>
                <a:lnTo>
                  <a:pt x="32220" y="22220"/>
                </a:lnTo>
                <a:lnTo>
                  <a:pt x="32220" y="17622"/>
                </a:lnTo>
                <a:lnTo>
                  <a:pt x="36777" y="17622"/>
                </a:lnTo>
                <a:close/>
                <a:moveTo>
                  <a:pt x="36777" y="17380"/>
                </a:moveTo>
                <a:lnTo>
                  <a:pt x="32220" y="17380"/>
                </a:lnTo>
                <a:lnTo>
                  <a:pt x="32220" y="12824"/>
                </a:lnTo>
                <a:lnTo>
                  <a:pt x="36777" y="12824"/>
                </a:lnTo>
                <a:close/>
                <a:moveTo>
                  <a:pt x="36777" y="12582"/>
                </a:moveTo>
                <a:lnTo>
                  <a:pt x="32220" y="12582"/>
                </a:lnTo>
                <a:lnTo>
                  <a:pt x="32220" y="8025"/>
                </a:lnTo>
                <a:lnTo>
                  <a:pt x="36777" y="8025"/>
                </a:lnTo>
                <a:close/>
                <a:moveTo>
                  <a:pt x="36777" y="7783"/>
                </a:moveTo>
                <a:lnTo>
                  <a:pt x="32220" y="7783"/>
                </a:lnTo>
                <a:lnTo>
                  <a:pt x="32220" y="3307"/>
                </a:lnTo>
                <a:lnTo>
                  <a:pt x="36777" y="3307"/>
                </a:lnTo>
                <a:lnTo>
                  <a:pt x="36777" y="7904"/>
                </a:lnTo>
                <a:close/>
                <a:moveTo>
                  <a:pt x="41616" y="89564"/>
                </a:moveTo>
                <a:lnTo>
                  <a:pt x="37019" y="89564"/>
                </a:lnTo>
                <a:lnTo>
                  <a:pt x="37019" y="85007"/>
                </a:lnTo>
                <a:lnTo>
                  <a:pt x="41616" y="85007"/>
                </a:lnTo>
                <a:close/>
                <a:moveTo>
                  <a:pt x="41616" y="84765"/>
                </a:moveTo>
                <a:lnTo>
                  <a:pt x="37019" y="84765"/>
                </a:lnTo>
                <a:lnTo>
                  <a:pt x="37019" y="80168"/>
                </a:lnTo>
                <a:lnTo>
                  <a:pt x="41616" y="80168"/>
                </a:lnTo>
                <a:close/>
                <a:moveTo>
                  <a:pt x="41616" y="79926"/>
                </a:moveTo>
                <a:lnTo>
                  <a:pt x="37019" y="79926"/>
                </a:lnTo>
                <a:lnTo>
                  <a:pt x="37019" y="75369"/>
                </a:lnTo>
                <a:lnTo>
                  <a:pt x="41616" y="75369"/>
                </a:lnTo>
                <a:close/>
                <a:moveTo>
                  <a:pt x="41616" y="75127"/>
                </a:moveTo>
                <a:lnTo>
                  <a:pt x="37019" y="75127"/>
                </a:lnTo>
                <a:lnTo>
                  <a:pt x="37019" y="70570"/>
                </a:lnTo>
                <a:lnTo>
                  <a:pt x="41616" y="70570"/>
                </a:lnTo>
                <a:close/>
                <a:moveTo>
                  <a:pt x="41616" y="70329"/>
                </a:moveTo>
                <a:lnTo>
                  <a:pt x="37019" y="70329"/>
                </a:lnTo>
                <a:lnTo>
                  <a:pt x="37019" y="65731"/>
                </a:lnTo>
                <a:lnTo>
                  <a:pt x="41616" y="65731"/>
                </a:lnTo>
                <a:close/>
                <a:moveTo>
                  <a:pt x="41616" y="65489"/>
                </a:moveTo>
                <a:lnTo>
                  <a:pt x="37019" y="65489"/>
                </a:lnTo>
                <a:lnTo>
                  <a:pt x="37019" y="60933"/>
                </a:lnTo>
                <a:lnTo>
                  <a:pt x="41616" y="60933"/>
                </a:lnTo>
                <a:close/>
                <a:moveTo>
                  <a:pt x="41616" y="60691"/>
                </a:moveTo>
                <a:lnTo>
                  <a:pt x="37019" y="60691"/>
                </a:lnTo>
                <a:lnTo>
                  <a:pt x="37019" y="56134"/>
                </a:lnTo>
                <a:lnTo>
                  <a:pt x="41616" y="56134"/>
                </a:lnTo>
                <a:close/>
                <a:moveTo>
                  <a:pt x="41616" y="55892"/>
                </a:moveTo>
                <a:lnTo>
                  <a:pt x="37019" y="55892"/>
                </a:lnTo>
                <a:lnTo>
                  <a:pt x="37019" y="51295"/>
                </a:lnTo>
                <a:lnTo>
                  <a:pt x="41616" y="51295"/>
                </a:lnTo>
                <a:close/>
                <a:moveTo>
                  <a:pt x="41616" y="51053"/>
                </a:moveTo>
                <a:lnTo>
                  <a:pt x="37019" y="51053"/>
                </a:lnTo>
                <a:lnTo>
                  <a:pt x="37019" y="46496"/>
                </a:lnTo>
                <a:lnTo>
                  <a:pt x="41616" y="46496"/>
                </a:lnTo>
                <a:close/>
                <a:moveTo>
                  <a:pt x="41616" y="46254"/>
                </a:moveTo>
                <a:lnTo>
                  <a:pt x="37019" y="46254"/>
                </a:lnTo>
                <a:lnTo>
                  <a:pt x="37019" y="41697"/>
                </a:lnTo>
                <a:lnTo>
                  <a:pt x="41616" y="41697"/>
                </a:lnTo>
                <a:close/>
                <a:moveTo>
                  <a:pt x="41616" y="41455"/>
                </a:moveTo>
                <a:lnTo>
                  <a:pt x="37019" y="41455"/>
                </a:lnTo>
                <a:lnTo>
                  <a:pt x="37019" y="36858"/>
                </a:lnTo>
                <a:lnTo>
                  <a:pt x="41616" y="36858"/>
                </a:lnTo>
                <a:close/>
                <a:moveTo>
                  <a:pt x="41616" y="36616"/>
                </a:moveTo>
                <a:lnTo>
                  <a:pt x="37019" y="36616"/>
                </a:lnTo>
                <a:lnTo>
                  <a:pt x="37019" y="32059"/>
                </a:lnTo>
                <a:lnTo>
                  <a:pt x="41616" y="32059"/>
                </a:lnTo>
                <a:close/>
                <a:moveTo>
                  <a:pt x="41616" y="31817"/>
                </a:moveTo>
                <a:lnTo>
                  <a:pt x="37019" y="31817"/>
                </a:lnTo>
                <a:lnTo>
                  <a:pt x="37019" y="27220"/>
                </a:lnTo>
                <a:lnTo>
                  <a:pt x="41616" y="27220"/>
                </a:lnTo>
                <a:close/>
                <a:moveTo>
                  <a:pt x="41616" y="26978"/>
                </a:moveTo>
                <a:lnTo>
                  <a:pt x="37019" y="26978"/>
                </a:lnTo>
                <a:lnTo>
                  <a:pt x="37019" y="22421"/>
                </a:lnTo>
                <a:lnTo>
                  <a:pt x="41616" y="22421"/>
                </a:lnTo>
                <a:close/>
                <a:moveTo>
                  <a:pt x="41616" y="22179"/>
                </a:moveTo>
                <a:lnTo>
                  <a:pt x="37019" y="22179"/>
                </a:lnTo>
                <a:lnTo>
                  <a:pt x="37019" y="17622"/>
                </a:lnTo>
                <a:lnTo>
                  <a:pt x="41616" y="17622"/>
                </a:lnTo>
                <a:close/>
                <a:moveTo>
                  <a:pt x="41616" y="17380"/>
                </a:moveTo>
                <a:lnTo>
                  <a:pt x="37019" y="17380"/>
                </a:lnTo>
                <a:lnTo>
                  <a:pt x="37019" y="12783"/>
                </a:lnTo>
                <a:lnTo>
                  <a:pt x="41616" y="12783"/>
                </a:lnTo>
                <a:close/>
                <a:moveTo>
                  <a:pt x="41616" y="12541"/>
                </a:moveTo>
                <a:lnTo>
                  <a:pt x="37019" y="12541"/>
                </a:lnTo>
                <a:lnTo>
                  <a:pt x="37019" y="7985"/>
                </a:lnTo>
                <a:lnTo>
                  <a:pt x="41616" y="7985"/>
                </a:lnTo>
                <a:close/>
                <a:moveTo>
                  <a:pt x="41616" y="7743"/>
                </a:moveTo>
                <a:lnTo>
                  <a:pt x="37019" y="7743"/>
                </a:lnTo>
                <a:lnTo>
                  <a:pt x="37019" y="3307"/>
                </a:lnTo>
                <a:lnTo>
                  <a:pt x="41616" y="3307"/>
                </a:lnTo>
                <a:lnTo>
                  <a:pt x="41616" y="7904"/>
                </a:lnTo>
                <a:close/>
                <a:moveTo>
                  <a:pt x="46415" y="89564"/>
                </a:moveTo>
                <a:lnTo>
                  <a:pt x="41858" y="89564"/>
                </a:lnTo>
                <a:lnTo>
                  <a:pt x="41858" y="84967"/>
                </a:lnTo>
                <a:lnTo>
                  <a:pt x="46415" y="84967"/>
                </a:lnTo>
                <a:close/>
                <a:moveTo>
                  <a:pt x="46415" y="84725"/>
                </a:moveTo>
                <a:lnTo>
                  <a:pt x="41858" y="84725"/>
                </a:lnTo>
                <a:lnTo>
                  <a:pt x="41858" y="80168"/>
                </a:lnTo>
                <a:lnTo>
                  <a:pt x="46415" y="80168"/>
                </a:lnTo>
                <a:close/>
                <a:moveTo>
                  <a:pt x="46415" y="79926"/>
                </a:moveTo>
                <a:lnTo>
                  <a:pt x="41858" y="79926"/>
                </a:lnTo>
                <a:lnTo>
                  <a:pt x="41858" y="75329"/>
                </a:lnTo>
                <a:lnTo>
                  <a:pt x="46415" y="75329"/>
                </a:lnTo>
                <a:close/>
                <a:moveTo>
                  <a:pt x="46415" y="75087"/>
                </a:moveTo>
                <a:lnTo>
                  <a:pt x="41858" y="75087"/>
                </a:lnTo>
                <a:lnTo>
                  <a:pt x="41858" y="70530"/>
                </a:lnTo>
                <a:lnTo>
                  <a:pt x="46415" y="70530"/>
                </a:lnTo>
                <a:close/>
                <a:moveTo>
                  <a:pt x="46415" y="70288"/>
                </a:moveTo>
                <a:lnTo>
                  <a:pt x="41858" y="70288"/>
                </a:lnTo>
                <a:lnTo>
                  <a:pt x="41858" y="65731"/>
                </a:lnTo>
                <a:lnTo>
                  <a:pt x="46415" y="65731"/>
                </a:lnTo>
                <a:close/>
                <a:moveTo>
                  <a:pt x="46415" y="65489"/>
                </a:moveTo>
                <a:lnTo>
                  <a:pt x="41858" y="65489"/>
                </a:lnTo>
                <a:lnTo>
                  <a:pt x="41858" y="60892"/>
                </a:lnTo>
                <a:lnTo>
                  <a:pt x="46415" y="60892"/>
                </a:lnTo>
                <a:close/>
                <a:moveTo>
                  <a:pt x="46415" y="60650"/>
                </a:moveTo>
                <a:lnTo>
                  <a:pt x="41858" y="60650"/>
                </a:lnTo>
                <a:lnTo>
                  <a:pt x="41858" y="56093"/>
                </a:lnTo>
                <a:lnTo>
                  <a:pt x="46415" y="56093"/>
                </a:lnTo>
                <a:close/>
                <a:moveTo>
                  <a:pt x="46415" y="55851"/>
                </a:moveTo>
                <a:lnTo>
                  <a:pt x="41858" y="55851"/>
                </a:lnTo>
                <a:lnTo>
                  <a:pt x="41858" y="51295"/>
                </a:lnTo>
                <a:lnTo>
                  <a:pt x="46415" y="51295"/>
                </a:lnTo>
                <a:close/>
                <a:moveTo>
                  <a:pt x="46415" y="51053"/>
                </a:moveTo>
                <a:lnTo>
                  <a:pt x="41858" y="51053"/>
                </a:lnTo>
                <a:lnTo>
                  <a:pt x="41858" y="46456"/>
                </a:lnTo>
                <a:lnTo>
                  <a:pt x="46415" y="46456"/>
                </a:lnTo>
                <a:close/>
                <a:moveTo>
                  <a:pt x="46415" y="46214"/>
                </a:moveTo>
                <a:lnTo>
                  <a:pt x="41858" y="46214"/>
                </a:lnTo>
                <a:lnTo>
                  <a:pt x="41858" y="41657"/>
                </a:lnTo>
                <a:lnTo>
                  <a:pt x="46415" y="41657"/>
                </a:lnTo>
                <a:close/>
                <a:moveTo>
                  <a:pt x="46415" y="41415"/>
                </a:moveTo>
                <a:lnTo>
                  <a:pt x="41858" y="41415"/>
                </a:lnTo>
                <a:lnTo>
                  <a:pt x="41858" y="36858"/>
                </a:lnTo>
                <a:lnTo>
                  <a:pt x="46415" y="36858"/>
                </a:lnTo>
                <a:close/>
                <a:moveTo>
                  <a:pt x="46415" y="36616"/>
                </a:moveTo>
                <a:lnTo>
                  <a:pt x="41858" y="36616"/>
                </a:lnTo>
                <a:lnTo>
                  <a:pt x="41858" y="32019"/>
                </a:lnTo>
                <a:lnTo>
                  <a:pt x="46415" y="32019"/>
                </a:lnTo>
                <a:close/>
                <a:moveTo>
                  <a:pt x="46415" y="31777"/>
                </a:moveTo>
                <a:lnTo>
                  <a:pt x="41858" y="31777"/>
                </a:lnTo>
                <a:lnTo>
                  <a:pt x="41858" y="27220"/>
                </a:lnTo>
                <a:lnTo>
                  <a:pt x="46415" y="27220"/>
                </a:lnTo>
                <a:close/>
                <a:moveTo>
                  <a:pt x="46415" y="26978"/>
                </a:moveTo>
                <a:lnTo>
                  <a:pt x="41858" y="26978"/>
                </a:lnTo>
                <a:lnTo>
                  <a:pt x="41858" y="22381"/>
                </a:lnTo>
                <a:lnTo>
                  <a:pt x="46415" y="22381"/>
                </a:lnTo>
                <a:close/>
                <a:moveTo>
                  <a:pt x="46415" y="22139"/>
                </a:moveTo>
                <a:lnTo>
                  <a:pt x="41858" y="22139"/>
                </a:lnTo>
                <a:lnTo>
                  <a:pt x="41858" y="17582"/>
                </a:lnTo>
                <a:lnTo>
                  <a:pt x="46415" y="17582"/>
                </a:lnTo>
                <a:close/>
                <a:moveTo>
                  <a:pt x="46415" y="17340"/>
                </a:moveTo>
                <a:lnTo>
                  <a:pt x="41858" y="17340"/>
                </a:lnTo>
                <a:lnTo>
                  <a:pt x="41858" y="12783"/>
                </a:lnTo>
                <a:lnTo>
                  <a:pt x="46415" y="12783"/>
                </a:lnTo>
                <a:close/>
                <a:moveTo>
                  <a:pt x="46415" y="12541"/>
                </a:moveTo>
                <a:lnTo>
                  <a:pt x="41858" y="12541"/>
                </a:lnTo>
                <a:lnTo>
                  <a:pt x="41858" y="7944"/>
                </a:lnTo>
                <a:lnTo>
                  <a:pt x="46415" y="7944"/>
                </a:lnTo>
                <a:close/>
                <a:moveTo>
                  <a:pt x="46415" y="7702"/>
                </a:moveTo>
                <a:lnTo>
                  <a:pt x="41858" y="7702"/>
                </a:lnTo>
                <a:lnTo>
                  <a:pt x="41858" y="3307"/>
                </a:lnTo>
                <a:lnTo>
                  <a:pt x="46415" y="3307"/>
                </a:lnTo>
                <a:lnTo>
                  <a:pt x="46415" y="7904"/>
                </a:lnTo>
                <a:close/>
                <a:moveTo>
                  <a:pt x="51214" y="89524"/>
                </a:moveTo>
                <a:lnTo>
                  <a:pt x="46657" y="89524"/>
                </a:lnTo>
                <a:lnTo>
                  <a:pt x="46657" y="84967"/>
                </a:lnTo>
                <a:lnTo>
                  <a:pt x="51214" y="84967"/>
                </a:lnTo>
                <a:close/>
                <a:moveTo>
                  <a:pt x="51214" y="84685"/>
                </a:moveTo>
                <a:lnTo>
                  <a:pt x="46657" y="84685"/>
                </a:lnTo>
                <a:lnTo>
                  <a:pt x="46657" y="80128"/>
                </a:lnTo>
                <a:lnTo>
                  <a:pt x="51214" y="80128"/>
                </a:lnTo>
                <a:close/>
                <a:moveTo>
                  <a:pt x="51214" y="79886"/>
                </a:moveTo>
                <a:lnTo>
                  <a:pt x="46657" y="79886"/>
                </a:lnTo>
                <a:lnTo>
                  <a:pt x="46657" y="75329"/>
                </a:lnTo>
                <a:lnTo>
                  <a:pt x="51214" y="75329"/>
                </a:lnTo>
                <a:close/>
                <a:moveTo>
                  <a:pt x="51214" y="75087"/>
                </a:moveTo>
                <a:lnTo>
                  <a:pt x="46657" y="75087"/>
                </a:lnTo>
                <a:lnTo>
                  <a:pt x="46657" y="70490"/>
                </a:lnTo>
                <a:lnTo>
                  <a:pt x="51214" y="70490"/>
                </a:lnTo>
                <a:close/>
                <a:moveTo>
                  <a:pt x="51214" y="70248"/>
                </a:moveTo>
                <a:lnTo>
                  <a:pt x="46657" y="70248"/>
                </a:lnTo>
                <a:lnTo>
                  <a:pt x="46657" y="65691"/>
                </a:lnTo>
                <a:lnTo>
                  <a:pt x="51214" y="65691"/>
                </a:lnTo>
                <a:close/>
                <a:moveTo>
                  <a:pt x="51214" y="65449"/>
                </a:moveTo>
                <a:lnTo>
                  <a:pt x="46657" y="65449"/>
                </a:lnTo>
                <a:lnTo>
                  <a:pt x="46657" y="60892"/>
                </a:lnTo>
                <a:lnTo>
                  <a:pt x="51214" y="60892"/>
                </a:lnTo>
                <a:close/>
                <a:moveTo>
                  <a:pt x="51214" y="60650"/>
                </a:moveTo>
                <a:lnTo>
                  <a:pt x="46657" y="60650"/>
                </a:lnTo>
                <a:lnTo>
                  <a:pt x="46657" y="56053"/>
                </a:lnTo>
                <a:lnTo>
                  <a:pt x="51214" y="56053"/>
                </a:lnTo>
                <a:close/>
                <a:moveTo>
                  <a:pt x="51214" y="55811"/>
                </a:moveTo>
                <a:lnTo>
                  <a:pt x="46657" y="55811"/>
                </a:lnTo>
                <a:lnTo>
                  <a:pt x="46657" y="51254"/>
                </a:lnTo>
                <a:lnTo>
                  <a:pt x="51214" y="51254"/>
                </a:lnTo>
                <a:close/>
                <a:moveTo>
                  <a:pt x="51214" y="51012"/>
                </a:moveTo>
                <a:lnTo>
                  <a:pt x="46657" y="51012"/>
                </a:lnTo>
                <a:lnTo>
                  <a:pt x="46657" y="46456"/>
                </a:lnTo>
                <a:lnTo>
                  <a:pt x="51214" y="46456"/>
                </a:lnTo>
                <a:close/>
                <a:moveTo>
                  <a:pt x="51214" y="46214"/>
                </a:moveTo>
                <a:lnTo>
                  <a:pt x="46657" y="46214"/>
                </a:lnTo>
                <a:lnTo>
                  <a:pt x="46657" y="41616"/>
                </a:lnTo>
                <a:lnTo>
                  <a:pt x="51214" y="41616"/>
                </a:lnTo>
                <a:close/>
                <a:moveTo>
                  <a:pt x="51214" y="41374"/>
                </a:moveTo>
                <a:lnTo>
                  <a:pt x="46657" y="41374"/>
                </a:lnTo>
                <a:lnTo>
                  <a:pt x="46657" y="36818"/>
                </a:lnTo>
                <a:lnTo>
                  <a:pt x="51214" y="36818"/>
                </a:lnTo>
                <a:close/>
                <a:moveTo>
                  <a:pt x="51214" y="36576"/>
                </a:moveTo>
                <a:lnTo>
                  <a:pt x="46657" y="36576"/>
                </a:lnTo>
                <a:lnTo>
                  <a:pt x="46657" y="32019"/>
                </a:lnTo>
                <a:lnTo>
                  <a:pt x="51214" y="32019"/>
                </a:lnTo>
                <a:close/>
                <a:moveTo>
                  <a:pt x="51214" y="31777"/>
                </a:moveTo>
                <a:lnTo>
                  <a:pt x="46657" y="31777"/>
                </a:lnTo>
                <a:lnTo>
                  <a:pt x="46657" y="27180"/>
                </a:lnTo>
                <a:lnTo>
                  <a:pt x="51214" y="27180"/>
                </a:lnTo>
                <a:close/>
                <a:moveTo>
                  <a:pt x="51214" y="26938"/>
                </a:moveTo>
                <a:lnTo>
                  <a:pt x="46657" y="26938"/>
                </a:lnTo>
                <a:lnTo>
                  <a:pt x="46657" y="22381"/>
                </a:lnTo>
                <a:lnTo>
                  <a:pt x="51214" y="22381"/>
                </a:lnTo>
                <a:close/>
                <a:moveTo>
                  <a:pt x="51214" y="22139"/>
                </a:moveTo>
                <a:lnTo>
                  <a:pt x="46657" y="22139"/>
                </a:lnTo>
                <a:lnTo>
                  <a:pt x="46657" y="17582"/>
                </a:lnTo>
                <a:lnTo>
                  <a:pt x="51214" y="17582"/>
                </a:lnTo>
                <a:close/>
                <a:moveTo>
                  <a:pt x="51214" y="17340"/>
                </a:moveTo>
                <a:lnTo>
                  <a:pt x="46657" y="17340"/>
                </a:lnTo>
                <a:lnTo>
                  <a:pt x="46657" y="12743"/>
                </a:lnTo>
                <a:lnTo>
                  <a:pt x="51214" y="12743"/>
                </a:lnTo>
                <a:close/>
                <a:moveTo>
                  <a:pt x="51214" y="12501"/>
                </a:moveTo>
                <a:lnTo>
                  <a:pt x="46657" y="12501"/>
                </a:lnTo>
                <a:lnTo>
                  <a:pt x="46657" y="7944"/>
                </a:lnTo>
                <a:lnTo>
                  <a:pt x="51214" y="7944"/>
                </a:lnTo>
                <a:close/>
                <a:moveTo>
                  <a:pt x="51214" y="7702"/>
                </a:moveTo>
                <a:lnTo>
                  <a:pt x="46657" y="7702"/>
                </a:lnTo>
                <a:lnTo>
                  <a:pt x="46657" y="3307"/>
                </a:lnTo>
                <a:lnTo>
                  <a:pt x="51214" y="3307"/>
                </a:lnTo>
                <a:lnTo>
                  <a:pt x="51214" y="7904"/>
                </a:lnTo>
                <a:close/>
                <a:moveTo>
                  <a:pt x="56053" y="89483"/>
                </a:moveTo>
                <a:lnTo>
                  <a:pt x="51456" y="89483"/>
                </a:lnTo>
                <a:lnTo>
                  <a:pt x="51456" y="84927"/>
                </a:lnTo>
                <a:lnTo>
                  <a:pt x="56053" y="84927"/>
                </a:lnTo>
                <a:close/>
                <a:moveTo>
                  <a:pt x="56053" y="84685"/>
                </a:moveTo>
                <a:lnTo>
                  <a:pt x="51456" y="84685"/>
                </a:lnTo>
                <a:lnTo>
                  <a:pt x="51456" y="80087"/>
                </a:lnTo>
                <a:lnTo>
                  <a:pt x="56053" y="80087"/>
                </a:lnTo>
                <a:close/>
                <a:moveTo>
                  <a:pt x="56053" y="79845"/>
                </a:moveTo>
                <a:lnTo>
                  <a:pt x="51456" y="79845"/>
                </a:lnTo>
                <a:lnTo>
                  <a:pt x="51456" y="75289"/>
                </a:lnTo>
                <a:lnTo>
                  <a:pt x="56053" y="75289"/>
                </a:lnTo>
                <a:close/>
                <a:moveTo>
                  <a:pt x="56053" y="75047"/>
                </a:moveTo>
                <a:lnTo>
                  <a:pt x="51456" y="75047"/>
                </a:lnTo>
                <a:lnTo>
                  <a:pt x="51456" y="70490"/>
                </a:lnTo>
                <a:lnTo>
                  <a:pt x="56053" y="70490"/>
                </a:lnTo>
                <a:close/>
                <a:moveTo>
                  <a:pt x="56053" y="70248"/>
                </a:moveTo>
                <a:lnTo>
                  <a:pt x="51456" y="70248"/>
                </a:lnTo>
                <a:lnTo>
                  <a:pt x="51456" y="65651"/>
                </a:lnTo>
                <a:lnTo>
                  <a:pt x="56053" y="65651"/>
                </a:lnTo>
                <a:close/>
                <a:moveTo>
                  <a:pt x="56053" y="65409"/>
                </a:moveTo>
                <a:lnTo>
                  <a:pt x="51456" y="65409"/>
                </a:lnTo>
                <a:lnTo>
                  <a:pt x="51456" y="60852"/>
                </a:lnTo>
                <a:lnTo>
                  <a:pt x="56053" y="60852"/>
                </a:lnTo>
                <a:close/>
                <a:moveTo>
                  <a:pt x="56053" y="60610"/>
                </a:moveTo>
                <a:lnTo>
                  <a:pt x="51456" y="60610"/>
                </a:lnTo>
                <a:lnTo>
                  <a:pt x="51456" y="56053"/>
                </a:lnTo>
                <a:lnTo>
                  <a:pt x="56053" y="56053"/>
                </a:lnTo>
                <a:close/>
                <a:moveTo>
                  <a:pt x="56053" y="55811"/>
                </a:moveTo>
                <a:lnTo>
                  <a:pt x="51456" y="55811"/>
                </a:lnTo>
                <a:lnTo>
                  <a:pt x="51456" y="51214"/>
                </a:lnTo>
                <a:lnTo>
                  <a:pt x="56053" y="51214"/>
                </a:lnTo>
                <a:close/>
                <a:moveTo>
                  <a:pt x="56053" y="50972"/>
                </a:moveTo>
                <a:lnTo>
                  <a:pt x="51456" y="50972"/>
                </a:lnTo>
                <a:lnTo>
                  <a:pt x="51456" y="46415"/>
                </a:lnTo>
                <a:lnTo>
                  <a:pt x="56053" y="46415"/>
                </a:lnTo>
                <a:close/>
                <a:moveTo>
                  <a:pt x="56053" y="46173"/>
                </a:moveTo>
                <a:lnTo>
                  <a:pt x="51456" y="46173"/>
                </a:lnTo>
                <a:lnTo>
                  <a:pt x="51456" y="41616"/>
                </a:lnTo>
                <a:lnTo>
                  <a:pt x="56053" y="41616"/>
                </a:lnTo>
                <a:close/>
                <a:moveTo>
                  <a:pt x="56053" y="41374"/>
                </a:moveTo>
                <a:lnTo>
                  <a:pt x="51456" y="41374"/>
                </a:lnTo>
                <a:lnTo>
                  <a:pt x="51456" y="36777"/>
                </a:lnTo>
                <a:lnTo>
                  <a:pt x="56053" y="36777"/>
                </a:lnTo>
                <a:close/>
                <a:moveTo>
                  <a:pt x="56053" y="36535"/>
                </a:moveTo>
                <a:lnTo>
                  <a:pt x="51456" y="36535"/>
                </a:lnTo>
                <a:lnTo>
                  <a:pt x="51456" y="31978"/>
                </a:lnTo>
                <a:lnTo>
                  <a:pt x="56053" y="31978"/>
                </a:lnTo>
                <a:close/>
                <a:moveTo>
                  <a:pt x="56053" y="31737"/>
                </a:moveTo>
                <a:lnTo>
                  <a:pt x="51456" y="31737"/>
                </a:lnTo>
                <a:lnTo>
                  <a:pt x="51456" y="27180"/>
                </a:lnTo>
                <a:lnTo>
                  <a:pt x="56053" y="27180"/>
                </a:lnTo>
                <a:close/>
                <a:moveTo>
                  <a:pt x="56053" y="26938"/>
                </a:moveTo>
                <a:lnTo>
                  <a:pt x="51456" y="26938"/>
                </a:lnTo>
                <a:lnTo>
                  <a:pt x="51456" y="22341"/>
                </a:lnTo>
                <a:lnTo>
                  <a:pt x="56053" y="22341"/>
                </a:lnTo>
                <a:close/>
                <a:moveTo>
                  <a:pt x="56053" y="22099"/>
                </a:moveTo>
                <a:lnTo>
                  <a:pt x="51456" y="22099"/>
                </a:lnTo>
                <a:lnTo>
                  <a:pt x="51456" y="17542"/>
                </a:lnTo>
                <a:lnTo>
                  <a:pt x="56053" y="17542"/>
                </a:lnTo>
                <a:close/>
                <a:moveTo>
                  <a:pt x="56053" y="17300"/>
                </a:moveTo>
                <a:lnTo>
                  <a:pt x="51456" y="17300"/>
                </a:lnTo>
                <a:lnTo>
                  <a:pt x="51456" y="12743"/>
                </a:lnTo>
                <a:lnTo>
                  <a:pt x="56053" y="12743"/>
                </a:lnTo>
                <a:close/>
                <a:moveTo>
                  <a:pt x="56053" y="12501"/>
                </a:moveTo>
                <a:lnTo>
                  <a:pt x="51456" y="12501"/>
                </a:lnTo>
                <a:lnTo>
                  <a:pt x="51456" y="7904"/>
                </a:lnTo>
                <a:lnTo>
                  <a:pt x="56053" y="7904"/>
                </a:lnTo>
                <a:close/>
                <a:moveTo>
                  <a:pt x="56053" y="7662"/>
                </a:moveTo>
                <a:lnTo>
                  <a:pt x="51456" y="7662"/>
                </a:lnTo>
                <a:lnTo>
                  <a:pt x="51456" y="3307"/>
                </a:lnTo>
                <a:lnTo>
                  <a:pt x="56053" y="3307"/>
                </a:lnTo>
                <a:lnTo>
                  <a:pt x="56053" y="7904"/>
                </a:lnTo>
                <a:close/>
                <a:moveTo>
                  <a:pt x="60852" y="89483"/>
                </a:moveTo>
                <a:lnTo>
                  <a:pt x="56295" y="89483"/>
                </a:lnTo>
                <a:lnTo>
                  <a:pt x="56295" y="84886"/>
                </a:lnTo>
                <a:lnTo>
                  <a:pt x="60852" y="84886"/>
                </a:lnTo>
                <a:close/>
                <a:moveTo>
                  <a:pt x="60852" y="84644"/>
                </a:moveTo>
                <a:lnTo>
                  <a:pt x="56295" y="84644"/>
                </a:lnTo>
                <a:lnTo>
                  <a:pt x="56295" y="80087"/>
                </a:lnTo>
                <a:lnTo>
                  <a:pt x="60852" y="80087"/>
                </a:lnTo>
                <a:close/>
                <a:moveTo>
                  <a:pt x="60852" y="79845"/>
                </a:moveTo>
                <a:lnTo>
                  <a:pt x="56295" y="79845"/>
                </a:lnTo>
                <a:lnTo>
                  <a:pt x="56295" y="75248"/>
                </a:lnTo>
                <a:lnTo>
                  <a:pt x="60852" y="75248"/>
                </a:lnTo>
                <a:close/>
                <a:moveTo>
                  <a:pt x="60852" y="75006"/>
                </a:moveTo>
                <a:lnTo>
                  <a:pt x="56295" y="75006"/>
                </a:lnTo>
                <a:lnTo>
                  <a:pt x="56295" y="70449"/>
                </a:lnTo>
                <a:lnTo>
                  <a:pt x="60852" y="70449"/>
                </a:lnTo>
                <a:close/>
                <a:moveTo>
                  <a:pt x="60852" y="70208"/>
                </a:moveTo>
                <a:lnTo>
                  <a:pt x="56295" y="70208"/>
                </a:lnTo>
                <a:lnTo>
                  <a:pt x="56295" y="65651"/>
                </a:lnTo>
                <a:lnTo>
                  <a:pt x="60852" y="65651"/>
                </a:lnTo>
                <a:close/>
                <a:moveTo>
                  <a:pt x="60852" y="65409"/>
                </a:moveTo>
                <a:lnTo>
                  <a:pt x="56295" y="65409"/>
                </a:lnTo>
                <a:lnTo>
                  <a:pt x="56295" y="60812"/>
                </a:lnTo>
                <a:lnTo>
                  <a:pt x="60852" y="60812"/>
                </a:lnTo>
                <a:close/>
                <a:moveTo>
                  <a:pt x="60852" y="60570"/>
                </a:moveTo>
                <a:lnTo>
                  <a:pt x="56295" y="60570"/>
                </a:lnTo>
                <a:lnTo>
                  <a:pt x="56295" y="56013"/>
                </a:lnTo>
                <a:lnTo>
                  <a:pt x="60852" y="56013"/>
                </a:lnTo>
                <a:close/>
                <a:moveTo>
                  <a:pt x="60852" y="55771"/>
                </a:moveTo>
                <a:lnTo>
                  <a:pt x="56295" y="55771"/>
                </a:lnTo>
                <a:lnTo>
                  <a:pt x="56295" y="51214"/>
                </a:lnTo>
                <a:lnTo>
                  <a:pt x="60852" y="51214"/>
                </a:lnTo>
                <a:close/>
                <a:moveTo>
                  <a:pt x="60852" y="50972"/>
                </a:moveTo>
                <a:lnTo>
                  <a:pt x="56295" y="50972"/>
                </a:lnTo>
                <a:lnTo>
                  <a:pt x="56295" y="46375"/>
                </a:lnTo>
                <a:lnTo>
                  <a:pt x="60852" y="46375"/>
                </a:lnTo>
                <a:close/>
                <a:moveTo>
                  <a:pt x="60852" y="46133"/>
                </a:moveTo>
                <a:lnTo>
                  <a:pt x="56295" y="46133"/>
                </a:lnTo>
                <a:lnTo>
                  <a:pt x="56295" y="41576"/>
                </a:lnTo>
                <a:lnTo>
                  <a:pt x="60852" y="41576"/>
                </a:lnTo>
                <a:close/>
                <a:moveTo>
                  <a:pt x="60852" y="41334"/>
                </a:moveTo>
                <a:lnTo>
                  <a:pt x="56295" y="41334"/>
                </a:lnTo>
                <a:lnTo>
                  <a:pt x="56295" y="36777"/>
                </a:lnTo>
                <a:lnTo>
                  <a:pt x="60852" y="36777"/>
                </a:lnTo>
                <a:close/>
                <a:moveTo>
                  <a:pt x="60852" y="36535"/>
                </a:moveTo>
                <a:lnTo>
                  <a:pt x="56295" y="36535"/>
                </a:lnTo>
                <a:lnTo>
                  <a:pt x="56295" y="31938"/>
                </a:lnTo>
                <a:lnTo>
                  <a:pt x="60852" y="31938"/>
                </a:lnTo>
                <a:close/>
                <a:moveTo>
                  <a:pt x="60852" y="31696"/>
                </a:moveTo>
                <a:lnTo>
                  <a:pt x="56295" y="31696"/>
                </a:lnTo>
                <a:lnTo>
                  <a:pt x="56295" y="27139"/>
                </a:lnTo>
                <a:lnTo>
                  <a:pt x="60852" y="27139"/>
                </a:lnTo>
                <a:close/>
                <a:moveTo>
                  <a:pt x="60852" y="26897"/>
                </a:moveTo>
                <a:lnTo>
                  <a:pt x="56295" y="26897"/>
                </a:lnTo>
                <a:lnTo>
                  <a:pt x="56295" y="22341"/>
                </a:lnTo>
                <a:lnTo>
                  <a:pt x="60852" y="22341"/>
                </a:lnTo>
                <a:close/>
                <a:moveTo>
                  <a:pt x="60852" y="22099"/>
                </a:moveTo>
                <a:lnTo>
                  <a:pt x="56295" y="22099"/>
                </a:lnTo>
                <a:lnTo>
                  <a:pt x="56295" y="17501"/>
                </a:lnTo>
                <a:lnTo>
                  <a:pt x="60852" y="17501"/>
                </a:lnTo>
                <a:close/>
                <a:moveTo>
                  <a:pt x="60852" y="17260"/>
                </a:moveTo>
                <a:lnTo>
                  <a:pt x="56295" y="17260"/>
                </a:lnTo>
                <a:lnTo>
                  <a:pt x="56295" y="12703"/>
                </a:lnTo>
                <a:lnTo>
                  <a:pt x="60852" y="12703"/>
                </a:lnTo>
                <a:close/>
                <a:moveTo>
                  <a:pt x="60852" y="12461"/>
                </a:moveTo>
                <a:lnTo>
                  <a:pt x="56295" y="12461"/>
                </a:lnTo>
                <a:lnTo>
                  <a:pt x="56295" y="7904"/>
                </a:lnTo>
                <a:lnTo>
                  <a:pt x="60852" y="7904"/>
                </a:lnTo>
                <a:close/>
                <a:moveTo>
                  <a:pt x="60852" y="7662"/>
                </a:moveTo>
                <a:lnTo>
                  <a:pt x="56295" y="7662"/>
                </a:lnTo>
                <a:lnTo>
                  <a:pt x="56295" y="3307"/>
                </a:lnTo>
                <a:lnTo>
                  <a:pt x="60852" y="3307"/>
                </a:lnTo>
                <a:lnTo>
                  <a:pt x="60852" y="7904"/>
                </a:lnTo>
                <a:close/>
                <a:moveTo>
                  <a:pt x="65651" y="84644"/>
                </a:moveTo>
                <a:lnTo>
                  <a:pt x="61094" y="84644"/>
                </a:lnTo>
                <a:lnTo>
                  <a:pt x="61094" y="80047"/>
                </a:lnTo>
                <a:lnTo>
                  <a:pt x="65651" y="80047"/>
                </a:lnTo>
                <a:close/>
                <a:moveTo>
                  <a:pt x="65651" y="79805"/>
                </a:moveTo>
                <a:lnTo>
                  <a:pt x="61094" y="79805"/>
                </a:lnTo>
                <a:lnTo>
                  <a:pt x="61094" y="75248"/>
                </a:lnTo>
                <a:lnTo>
                  <a:pt x="65651" y="75248"/>
                </a:lnTo>
                <a:close/>
                <a:moveTo>
                  <a:pt x="65651" y="75006"/>
                </a:moveTo>
                <a:lnTo>
                  <a:pt x="61094" y="75006"/>
                </a:lnTo>
                <a:lnTo>
                  <a:pt x="61094" y="70449"/>
                </a:lnTo>
                <a:lnTo>
                  <a:pt x="65651" y="70449"/>
                </a:lnTo>
                <a:close/>
                <a:moveTo>
                  <a:pt x="65651" y="70208"/>
                </a:moveTo>
                <a:lnTo>
                  <a:pt x="61094" y="70208"/>
                </a:lnTo>
                <a:lnTo>
                  <a:pt x="61094" y="65610"/>
                </a:lnTo>
                <a:lnTo>
                  <a:pt x="65651" y="65610"/>
                </a:lnTo>
                <a:close/>
                <a:moveTo>
                  <a:pt x="65651" y="65368"/>
                </a:moveTo>
                <a:lnTo>
                  <a:pt x="61094" y="65368"/>
                </a:lnTo>
                <a:lnTo>
                  <a:pt x="61094" y="60812"/>
                </a:lnTo>
                <a:lnTo>
                  <a:pt x="65651" y="60812"/>
                </a:lnTo>
                <a:close/>
                <a:moveTo>
                  <a:pt x="65651" y="60570"/>
                </a:moveTo>
                <a:lnTo>
                  <a:pt x="61094" y="60570"/>
                </a:lnTo>
                <a:lnTo>
                  <a:pt x="61094" y="56013"/>
                </a:lnTo>
                <a:lnTo>
                  <a:pt x="65651" y="56013"/>
                </a:lnTo>
                <a:close/>
                <a:moveTo>
                  <a:pt x="65651" y="55771"/>
                </a:moveTo>
                <a:lnTo>
                  <a:pt x="61094" y="55771"/>
                </a:lnTo>
                <a:lnTo>
                  <a:pt x="61094" y="51174"/>
                </a:lnTo>
                <a:lnTo>
                  <a:pt x="65651" y="51174"/>
                </a:lnTo>
                <a:close/>
                <a:moveTo>
                  <a:pt x="65651" y="50932"/>
                </a:moveTo>
                <a:lnTo>
                  <a:pt x="61094" y="50932"/>
                </a:lnTo>
                <a:lnTo>
                  <a:pt x="61094" y="46375"/>
                </a:lnTo>
                <a:lnTo>
                  <a:pt x="65651" y="46375"/>
                </a:lnTo>
                <a:close/>
                <a:moveTo>
                  <a:pt x="65651" y="46133"/>
                </a:moveTo>
                <a:lnTo>
                  <a:pt x="61094" y="46133"/>
                </a:lnTo>
                <a:lnTo>
                  <a:pt x="61094" y="41536"/>
                </a:lnTo>
                <a:lnTo>
                  <a:pt x="65651" y="41536"/>
                </a:lnTo>
                <a:close/>
                <a:moveTo>
                  <a:pt x="65651" y="41294"/>
                </a:moveTo>
                <a:lnTo>
                  <a:pt x="61094" y="41294"/>
                </a:lnTo>
                <a:lnTo>
                  <a:pt x="61094" y="36737"/>
                </a:lnTo>
                <a:lnTo>
                  <a:pt x="65651" y="36737"/>
                </a:lnTo>
                <a:close/>
                <a:moveTo>
                  <a:pt x="65651" y="36495"/>
                </a:moveTo>
                <a:lnTo>
                  <a:pt x="61094" y="36495"/>
                </a:lnTo>
                <a:lnTo>
                  <a:pt x="61094" y="31938"/>
                </a:lnTo>
                <a:lnTo>
                  <a:pt x="65651" y="31938"/>
                </a:lnTo>
                <a:close/>
                <a:moveTo>
                  <a:pt x="65651" y="31696"/>
                </a:moveTo>
                <a:lnTo>
                  <a:pt x="61094" y="31696"/>
                </a:lnTo>
                <a:lnTo>
                  <a:pt x="61094" y="27099"/>
                </a:lnTo>
                <a:lnTo>
                  <a:pt x="65651" y="27099"/>
                </a:lnTo>
                <a:close/>
                <a:moveTo>
                  <a:pt x="65651" y="26857"/>
                </a:moveTo>
                <a:lnTo>
                  <a:pt x="61094" y="26857"/>
                </a:lnTo>
                <a:lnTo>
                  <a:pt x="61094" y="22300"/>
                </a:lnTo>
                <a:lnTo>
                  <a:pt x="65651" y="22300"/>
                </a:lnTo>
                <a:close/>
                <a:moveTo>
                  <a:pt x="65651" y="22058"/>
                </a:moveTo>
                <a:lnTo>
                  <a:pt x="61094" y="22058"/>
                </a:lnTo>
                <a:lnTo>
                  <a:pt x="61094" y="17501"/>
                </a:lnTo>
                <a:lnTo>
                  <a:pt x="65651" y="17501"/>
                </a:lnTo>
                <a:close/>
                <a:moveTo>
                  <a:pt x="65651" y="17260"/>
                </a:moveTo>
                <a:lnTo>
                  <a:pt x="61094" y="17260"/>
                </a:lnTo>
                <a:lnTo>
                  <a:pt x="61094" y="12662"/>
                </a:lnTo>
                <a:lnTo>
                  <a:pt x="65651" y="12662"/>
                </a:lnTo>
                <a:close/>
                <a:moveTo>
                  <a:pt x="65651" y="12420"/>
                </a:moveTo>
                <a:lnTo>
                  <a:pt x="61094" y="12420"/>
                </a:lnTo>
                <a:lnTo>
                  <a:pt x="61094" y="7864"/>
                </a:lnTo>
                <a:lnTo>
                  <a:pt x="65651" y="7864"/>
                </a:lnTo>
                <a:close/>
                <a:moveTo>
                  <a:pt x="70490" y="84604"/>
                </a:moveTo>
                <a:lnTo>
                  <a:pt x="65893" y="84604"/>
                </a:lnTo>
                <a:lnTo>
                  <a:pt x="65893" y="80047"/>
                </a:lnTo>
                <a:lnTo>
                  <a:pt x="70490" y="80047"/>
                </a:lnTo>
                <a:close/>
                <a:moveTo>
                  <a:pt x="70490" y="79805"/>
                </a:moveTo>
                <a:lnTo>
                  <a:pt x="65893" y="79805"/>
                </a:lnTo>
                <a:lnTo>
                  <a:pt x="65893" y="75208"/>
                </a:lnTo>
                <a:lnTo>
                  <a:pt x="70490" y="75208"/>
                </a:lnTo>
                <a:close/>
                <a:moveTo>
                  <a:pt x="70490" y="74966"/>
                </a:moveTo>
                <a:lnTo>
                  <a:pt x="65893" y="74966"/>
                </a:lnTo>
                <a:lnTo>
                  <a:pt x="65893" y="70409"/>
                </a:lnTo>
                <a:lnTo>
                  <a:pt x="70490" y="70409"/>
                </a:lnTo>
                <a:close/>
                <a:moveTo>
                  <a:pt x="70490" y="70167"/>
                </a:moveTo>
                <a:lnTo>
                  <a:pt x="65893" y="70167"/>
                </a:lnTo>
                <a:lnTo>
                  <a:pt x="65893" y="65610"/>
                </a:lnTo>
                <a:lnTo>
                  <a:pt x="70490" y="65610"/>
                </a:lnTo>
                <a:close/>
                <a:moveTo>
                  <a:pt x="70490" y="65368"/>
                </a:moveTo>
                <a:lnTo>
                  <a:pt x="65893" y="65368"/>
                </a:lnTo>
                <a:lnTo>
                  <a:pt x="65893" y="60771"/>
                </a:lnTo>
                <a:lnTo>
                  <a:pt x="70490" y="60771"/>
                </a:lnTo>
                <a:close/>
                <a:moveTo>
                  <a:pt x="70490" y="60529"/>
                </a:moveTo>
                <a:lnTo>
                  <a:pt x="65893" y="60529"/>
                </a:lnTo>
                <a:lnTo>
                  <a:pt x="65893" y="55972"/>
                </a:lnTo>
                <a:lnTo>
                  <a:pt x="70490" y="55972"/>
                </a:lnTo>
                <a:close/>
                <a:moveTo>
                  <a:pt x="70490" y="55730"/>
                </a:moveTo>
                <a:lnTo>
                  <a:pt x="65893" y="55730"/>
                </a:lnTo>
                <a:lnTo>
                  <a:pt x="65893" y="51174"/>
                </a:lnTo>
                <a:lnTo>
                  <a:pt x="70490" y="51174"/>
                </a:lnTo>
                <a:close/>
                <a:moveTo>
                  <a:pt x="70490" y="50932"/>
                </a:moveTo>
                <a:lnTo>
                  <a:pt x="65893" y="50932"/>
                </a:lnTo>
                <a:lnTo>
                  <a:pt x="65893" y="46335"/>
                </a:lnTo>
                <a:lnTo>
                  <a:pt x="70490" y="46335"/>
                </a:lnTo>
                <a:close/>
                <a:moveTo>
                  <a:pt x="70490" y="46093"/>
                </a:moveTo>
                <a:lnTo>
                  <a:pt x="65893" y="46093"/>
                </a:lnTo>
                <a:lnTo>
                  <a:pt x="65893" y="41536"/>
                </a:lnTo>
                <a:lnTo>
                  <a:pt x="70490" y="41536"/>
                </a:lnTo>
                <a:close/>
                <a:moveTo>
                  <a:pt x="70490" y="41294"/>
                </a:moveTo>
                <a:lnTo>
                  <a:pt x="65893" y="41294"/>
                </a:lnTo>
                <a:lnTo>
                  <a:pt x="65893" y="36737"/>
                </a:lnTo>
                <a:lnTo>
                  <a:pt x="70490" y="36737"/>
                </a:lnTo>
                <a:close/>
                <a:moveTo>
                  <a:pt x="70490" y="36495"/>
                </a:moveTo>
                <a:lnTo>
                  <a:pt x="65893" y="36495"/>
                </a:lnTo>
                <a:lnTo>
                  <a:pt x="65893" y="31898"/>
                </a:lnTo>
                <a:lnTo>
                  <a:pt x="70490" y="31898"/>
                </a:lnTo>
                <a:close/>
                <a:moveTo>
                  <a:pt x="70490" y="31656"/>
                </a:moveTo>
                <a:lnTo>
                  <a:pt x="65893" y="31656"/>
                </a:lnTo>
                <a:lnTo>
                  <a:pt x="65893" y="27099"/>
                </a:lnTo>
                <a:lnTo>
                  <a:pt x="70490" y="27099"/>
                </a:lnTo>
                <a:close/>
                <a:moveTo>
                  <a:pt x="70490" y="26857"/>
                </a:moveTo>
                <a:lnTo>
                  <a:pt x="65893" y="26857"/>
                </a:lnTo>
                <a:lnTo>
                  <a:pt x="65893" y="22260"/>
                </a:lnTo>
                <a:lnTo>
                  <a:pt x="70490" y="22260"/>
                </a:lnTo>
                <a:close/>
                <a:moveTo>
                  <a:pt x="70490" y="22018"/>
                </a:moveTo>
                <a:lnTo>
                  <a:pt x="65893" y="22018"/>
                </a:lnTo>
                <a:lnTo>
                  <a:pt x="65893" y="17461"/>
                </a:lnTo>
                <a:lnTo>
                  <a:pt x="70490" y="17461"/>
                </a:lnTo>
                <a:close/>
                <a:moveTo>
                  <a:pt x="70490" y="17219"/>
                </a:moveTo>
                <a:lnTo>
                  <a:pt x="65893" y="17219"/>
                </a:lnTo>
                <a:lnTo>
                  <a:pt x="65893" y="12662"/>
                </a:lnTo>
                <a:lnTo>
                  <a:pt x="70490" y="12662"/>
                </a:lnTo>
                <a:close/>
                <a:moveTo>
                  <a:pt x="70490" y="12420"/>
                </a:moveTo>
                <a:lnTo>
                  <a:pt x="65893" y="12420"/>
                </a:lnTo>
                <a:lnTo>
                  <a:pt x="65893" y="7823"/>
                </a:lnTo>
                <a:lnTo>
                  <a:pt x="70490" y="7823"/>
                </a:lnTo>
                <a:close/>
                <a:moveTo>
                  <a:pt x="75289" y="79765"/>
                </a:moveTo>
                <a:lnTo>
                  <a:pt x="70732" y="79765"/>
                </a:lnTo>
                <a:lnTo>
                  <a:pt x="70732" y="75208"/>
                </a:lnTo>
                <a:lnTo>
                  <a:pt x="75289" y="75208"/>
                </a:lnTo>
                <a:close/>
                <a:moveTo>
                  <a:pt x="75289" y="74966"/>
                </a:moveTo>
                <a:lnTo>
                  <a:pt x="70732" y="74966"/>
                </a:lnTo>
                <a:lnTo>
                  <a:pt x="70732" y="70409"/>
                </a:lnTo>
                <a:lnTo>
                  <a:pt x="75289" y="70409"/>
                </a:lnTo>
                <a:close/>
                <a:moveTo>
                  <a:pt x="75289" y="70167"/>
                </a:moveTo>
                <a:lnTo>
                  <a:pt x="70732" y="70167"/>
                </a:lnTo>
                <a:lnTo>
                  <a:pt x="70732" y="65570"/>
                </a:lnTo>
                <a:lnTo>
                  <a:pt x="75289" y="65570"/>
                </a:lnTo>
                <a:close/>
                <a:moveTo>
                  <a:pt x="75289" y="65328"/>
                </a:moveTo>
                <a:lnTo>
                  <a:pt x="70732" y="65328"/>
                </a:lnTo>
                <a:lnTo>
                  <a:pt x="70732" y="60771"/>
                </a:lnTo>
                <a:lnTo>
                  <a:pt x="75289" y="60771"/>
                </a:lnTo>
                <a:close/>
                <a:moveTo>
                  <a:pt x="75289" y="60529"/>
                </a:moveTo>
                <a:lnTo>
                  <a:pt x="70732" y="60529"/>
                </a:lnTo>
                <a:lnTo>
                  <a:pt x="70732" y="55972"/>
                </a:lnTo>
                <a:lnTo>
                  <a:pt x="75289" y="55972"/>
                </a:lnTo>
                <a:close/>
                <a:moveTo>
                  <a:pt x="75289" y="55730"/>
                </a:moveTo>
                <a:lnTo>
                  <a:pt x="70732" y="55730"/>
                </a:lnTo>
                <a:lnTo>
                  <a:pt x="70732" y="51133"/>
                </a:lnTo>
                <a:lnTo>
                  <a:pt x="75289" y="51133"/>
                </a:lnTo>
                <a:close/>
                <a:moveTo>
                  <a:pt x="75289" y="50891"/>
                </a:moveTo>
                <a:lnTo>
                  <a:pt x="70732" y="50891"/>
                </a:lnTo>
                <a:lnTo>
                  <a:pt x="70732" y="46335"/>
                </a:lnTo>
                <a:lnTo>
                  <a:pt x="75289" y="46335"/>
                </a:lnTo>
                <a:close/>
                <a:moveTo>
                  <a:pt x="75289" y="46093"/>
                </a:moveTo>
                <a:lnTo>
                  <a:pt x="70732" y="46093"/>
                </a:lnTo>
                <a:lnTo>
                  <a:pt x="70732" y="41495"/>
                </a:lnTo>
                <a:lnTo>
                  <a:pt x="75289" y="41495"/>
                </a:lnTo>
                <a:close/>
                <a:moveTo>
                  <a:pt x="75289" y="41253"/>
                </a:moveTo>
                <a:lnTo>
                  <a:pt x="70732" y="41253"/>
                </a:lnTo>
                <a:lnTo>
                  <a:pt x="70732" y="36697"/>
                </a:lnTo>
                <a:lnTo>
                  <a:pt x="75289" y="36697"/>
                </a:lnTo>
                <a:close/>
                <a:moveTo>
                  <a:pt x="75289" y="36455"/>
                </a:moveTo>
                <a:lnTo>
                  <a:pt x="70732" y="36455"/>
                </a:lnTo>
                <a:lnTo>
                  <a:pt x="70732" y="31898"/>
                </a:lnTo>
                <a:lnTo>
                  <a:pt x="75289" y="31898"/>
                </a:lnTo>
                <a:close/>
                <a:moveTo>
                  <a:pt x="75289" y="31656"/>
                </a:moveTo>
                <a:lnTo>
                  <a:pt x="70732" y="31656"/>
                </a:lnTo>
                <a:lnTo>
                  <a:pt x="70732" y="27059"/>
                </a:lnTo>
                <a:lnTo>
                  <a:pt x="75289" y="27059"/>
                </a:lnTo>
                <a:close/>
                <a:moveTo>
                  <a:pt x="75289" y="26817"/>
                </a:moveTo>
                <a:lnTo>
                  <a:pt x="70732" y="26817"/>
                </a:lnTo>
                <a:lnTo>
                  <a:pt x="70732" y="22260"/>
                </a:lnTo>
                <a:lnTo>
                  <a:pt x="75289" y="22260"/>
                </a:lnTo>
                <a:close/>
                <a:moveTo>
                  <a:pt x="75289" y="22018"/>
                </a:moveTo>
                <a:lnTo>
                  <a:pt x="70732" y="22018"/>
                </a:lnTo>
                <a:lnTo>
                  <a:pt x="70732" y="17461"/>
                </a:lnTo>
                <a:lnTo>
                  <a:pt x="75289" y="17461"/>
                </a:lnTo>
                <a:close/>
                <a:moveTo>
                  <a:pt x="75289" y="17219"/>
                </a:moveTo>
                <a:lnTo>
                  <a:pt x="70732" y="17219"/>
                </a:lnTo>
                <a:lnTo>
                  <a:pt x="70732" y="12622"/>
                </a:lnTo>
                <a:lnTo>
                  <a:pt x="75289" y="12622"/>
                </a:lnTo>
                <a:close/>
                <a:moveTo>
                  <a:pt x="80087" y="74926"/>
                </a:moveTo>
                <a:lnTo>
                  <a:pt x="75531" y="74926"/>
                </a:lnTo>
                <a:lnTo>
                  <a:pt x="75531" y="70369"/>
                </a:lnTo>
                <a:lnTo>
                  <a:pt x="80087" y="70369"/>
                </a:lnTo>
                <a:close/>
                <a:moveTo>
                  <a:pt x="80087" y="70127"/>
                </a:moveTo>
                <a:lnTo>
                  <a:pt x="75531" y="70127"/>
                </a:lnTo>
                <a:lnTo>
                  <a:pt x="75531" y="65570"/>
                </a:lnTo>
                <a:lnTo>
                  <a:pt x="80087" y="65570"/>
                </a:lnTo>
                <a:close/>
                <a:moveTo>
                  <a:pt x="80087" y="65328"/>
                </a:moveTo>
                <a:lnTo>
                  <a:pt x="75531" y="65328"/>
                </a:lnTo>
                <a:lnTo>
                  <a:pt x="75531" y="60731"/>
                </a:lnTo>
                <a:lnTo>
                  <a:pt x="80087" y="60731"/>
                </a:lnTo>
                <a:close/>
                <a:moveTo>
                  <a:pt x="80087" y="60489"/>
                </a:moveTo>
                <a:lnTo>
                  <a:pt x="75531" y="60489"/>
                </a:lnTo>
                <a:lnTo>
                  <a:pt x="75531" y="55932"/>
                </a:lnTo>
                <a:lnTo>
                  <a:pt x="80087" y="55932"/>
                </a:lnTo>
                <a:close/>
                <a:moveTo>
                  <a:pt x="80087" y="55690"/>
                </a:moveTo>
                <a:lnTo>
                  <a:pt x="75531" y="55690"/>
                </a:lnTo>
                <a:lnTo>
                  <a:pt x="75531" y="51133"/>
                </a:lnTo>
                <a:lnTo>
                  <a:pt x="80087" y="51133"/>
                </a:lnTo>
                <a:close/>
                <a:moveTo>
                  <a:pt x="80087" y="50891"/>
                </a:moveTo>
                <a:lnTo>
                  <a:pt x="75531" y="50891"/>
                </a:lnTo>
                <a:lnTo>
                  <a:pt x="75531" y="46294"/>
                </a:lnTo>
                <a:lnTo>
                  <a:pt x="80087" y="46294"/>
                </a:lnTo>
                <a:close/>
                <a:moveTo>
                  <a:pt x="80087" y="46052"/>
                </a:moveTo>
                <a:lnTo>
                  <a:pt x="75531" y="46052"/>
                </a:lnTo>
                <a:lnTo>
                  <a:pt x="75531" y="41495"/>
                </a:lnTo>
                <a:lnTo>
                  <a:pt x="80087" y="41495"/>
                </a:lnTo>
                <a:close/>
                <a:moveTo>
                  <a:pt x="80087" y="41253"/>
                </a:moveTo>
                <a:lnTo>
                  <a:pt x="75531" y="41253"/>
                </a:lnTo>
                <a:lnTo>
                  <a:pt x="75531" y="36697"/>
                </a:lnTo>
                <a:lnTo>
                  <a:pt x="80087" y="36697"/>
                </a:lnTo>
                <a:close/>
                <a:moveTo>
                  <a:pt x="80087" y="36455"/>
                </a:moveTo>
                <a:lnTo>
                  <a:pt x="75531" y="36455"/>
                </a:lnTo>
                <a:lnTo>
                  <a:pt x="75531" y="31858"/>
                </a:lnTo>
                <a:lnTo>
                  <a:pt x="80087" y="31858"/>
                </a:lnTo>
                <a:close/>
                <a:moveTo>
                  <a:pt x="80087" y="31616"/>
                </a:moveTo>
                <a:lnTo>
                  <a:pt x="75531" y="31616"/>
                </a:lnTo>
                <a:lnTo>
                  <a:pt x="75531" y="27059"/>
                </a:lnTo>
                <a:lnTo>
                  <a:pt x="80087" y="27059"/>
                </a:lnTo>
                <a:close/>
                <a:moveTo>
                  <a:pt x="80087" y="26817"/>
                </a:moveTo>
                <a:lnTo>
                  <a:pt x="75531" y="26817"/>
                </a:lnTo>
                <a:lnTo>
                  <a:pt x="75531" y="22260"/>
                </a:lnTo>
                <a:lnTo>
                  <a:pt x="80087" y="22260"/>
                </a:lnTo>
                <a:close/>
                <a:moveTo>
                  <a:pt x="80087" y="22018"/>
                </a:moveTo>
                <a:lnTo>
                  <a:pt x="75531" y="22018"/>
                </a:lnTo>
                <a:lnTo>
                  <a:pt x="75531" y="17421"/>
                </a:lnTo>
                <a:lnTo>
                  <a:pt x="80087" y="17421"/>
                </a:lnTo>
                <a:close/>
                <a:moveTo>
                  <a:pt x="84886" y="70127"/>
                </a:moveTo>
                <a:lnTo>
                  <a:pt x="80329" y="70127"/>
                </a:lnTo>
                <a:lnTo>
                  <a:pt x="80329" y="65530"/>
                </a:lnTo>
                <a:lnTo>
                  <a:pt x="84886" y="65530"/>
                </a:lnTo>
                <a:close/>
                <a:moveTo>
                  <a:pt x="84886" y="65288"/>
                </a:moveTo>
                <a:lnTo>
                  <a:pt x="80329" y="65288"/>
                </a:lnTo>
                <a:lnTo>
                  <a:pt x="80329" y="60731"/>
                </a:lnTo>
                <a:lnTo>
                  <a:pt x="84886" y="60731"/>
                </a:lnTo>
                <a:close/>
                <a:moveTo>
                  <a:pt x="84886" y="60489"/>
                </a:moveTo>
                <a:lnTo>
                  <a:pt x="80329" y="60489"/>
                </a:lnTo>
                <a:lnTo>
                  <a:pt x="80329" y="55932"/>
                </a:lnTo>
                <a:lnTo>
                  <a:pt x="84886" y="55932"/>
                </a:lnTo>
                <a:close/>
                <a:moveTo>
                  <a:pt x="84886" y="55690"/>
                </a:moveTo>
                <a:lnTo>
                  <a:pt x="80329" y="55690"/>
                </a:lnTo>
                <a:lnTo>
                  <a:pt x="80329" y="51093"/>
                </a:lnTo>
                <a:lnTo>
                  <a:pt x="84886" y="51093"/>
                </a:lnTo>
                <a:close/>
                <a:moveTo>
                  <a:pt x="84886" y="50851"/>
                </a:moveTo>
                <a:lnTo>
                  <a:pt x="80329" y="50851"/>
                </a:lnTo>
                <a:lnTo>
                  <a:pt x="80329" y="46294"/>
                </a:lnTo>
                <a:lnTo>
                  <a:pt x="84886" y="46294"/>
                </a:lnTo>
                <a:close/>
                <a:moveTo>
                  <a:pt x="84886" y="46052"/>
                </a:moveTo>
                <a:lnTo>
                  <a:pt x="80329" y="46052"/>
                </a:lnTo>
                <a:lnTo>
                  <a:pt x="80329" y="41495"/>
                </a:lnTo>
                <a:lnTo>
                  <a:pt x="84886" y="41495"/>
                </a:lnTo>
                <a:close/>
                <a:moveTo>
                  <a:pt x="84886" y="41253"/>
                </a:moveTo>
                <a:lnTo>
                  <a:pt x="80329" y="41253"/>
                </a:lnTo>
                <a:lnTo>
                  <a:pt x="80329" y="36656"/>
                </a:lnTo>
                <a:lnTo>
                  <a:pt x="84886" y="36656"/>
                </a:lnTo>
                <a:close/>
                <a:moveTo>
                  <a:pt x="84886" y="36414"/>
                </a:moveTo>
                <a:lnTo>
                  <a:pt x="80329" y="36414"/>
                </a:lnTo>
                <a:lnTo>
                  <a:pt x="80329" y="31858"/>
                </a:lnTo>
                <a:lnTo>
                  <a:pt x="84886" y="31858"/>
                </a:lnTo>
                <a:close/>
                <a:moveTo>
                  <a:pt x="84886" y="31616"/>
                </a:moveTo>
                <a:lnTo>
                  <a:pt x="80329" y="31616"/>
                </a:lnTo>
                <a:lnTo>
                  <a:pt x="80329" y="27018"/>
                </a:lnTo>
                <a:lnTo>
                  <a:pt x="84886" y="27018"/>
                </a:lnTo>
                <a:close/>
                <a:moveTo>
                  <a:pt x="84886" y="26776"/>
                </a:moveTo>
                <a:lnTo>
                  <a:pt x="80329" y="26776"/>
                </a:lnTo>
                <a:lnTo>
                  <a:pt x="80329" y="22220"/>
                </a:lnTo>
                <a:lnTo>
                  <a:pt x="84886" y="222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1" name="Google Shape;956;p37">
            <a:extLst>
              <a:ext uri="{FF2B5EF4-FFF2-40B4-BE49-F238E27FC236}">
                <a16:creationId xmlns:a16="http://schemas.microsoft.com/office/drawing/2014/main" id="{D17ABD7F-E6B2-697A-74FF-8189006444A1}"/>
              </a:ext>
            </a:extLst>
          </p:cNvPr>
          <p:cNvGrpSpPr/>
          <p:nvPr/>
        </p:nvGrpSpPr>
        <p:grpSpPr>
          <a:xfrm>
            <a:off x="-615694" y="3185321"/>
            <a:ext cx="1413991" cy="1413187"/>
            <a:chOff x="2609275" y="3149350"/>
            <a:chExt cx="1885275" cy="1884250"/>
          </a:xfrm>
        </p:grpSpPr>
        <p:sp>
          <p:nvSpPr>
            <p:cNvPr id="32" name="Google Shape;957;p37">
              <a:extLst>
                <a:ext uri="{FF2B5EF4-FFF2-40B4-BE49-F238E27FC236}">
                  <a16:creationId xmlns:a16="http://schemas.microsoft.com/office/drawing/2014/main" id="{9CBEBAB8-2207-C311-32A6-90BED531D8A9}"/>
                </a:ext>
              </a:extLst>
            </p:cNvPr>
            <p:cNvSpPr/>
            <p:nvPr/>
          </p:nvSpPr>
          <p:spPr>
            <a:xfrm>
              <a:off x="3923900" y="3224950"/>
              <a:ext cx="494025" cy="495025"/>
            </a:xfrm>
            <a:custGeom>
              <a:avLst/>
              <a:gdLst/>
              <a:ahLst/>
              <a:cxnLst/>
              <a:rect l="l" t="t" r="r" b="b"/>
              <a:pathLst>
                <a:path w="19761" h="19801" extrusionOk="0">
                  <a:moveTo>
                    <a:pt x="485" y="202"/>
                  </a:moveTo>
                  <a:cubicBezTo>
                    <a:pt x="323" y="162"/>
                    <a:pt x="162" y="81"/>
                    <a:pt x="1" y="1"/>
                  </a:cubicBezTo>
                  <a:lnTo>
                    <a:pt x="19761" y="19801"/>
                  </a:lnTo>
                  <a:cubicBezTo>
                    <a:pt x="19720" y="19640"/>
                    <a:pt x="19640" y="19478"/>
                    <a:pt x="19559" y="19317"/>
                  </a:cubicBezTo>
                  <a:lnTo>
                    <a:pt x="485" y="2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" name="Google Shape;958;p37">
              <a:extLst>
                <a:ext uri="{FF2B5EF4-FFF2-40B4-BE49-F238E27FC236}">
                  <a16:creationId xmlns:a16="http://schemas.microsoft.com/office/drawing/2014/main" id="{F63C18F2-BA52-FC8E-51CA-969922A31879}"/>
                </a:ext>
              </a:extLst>
            </p:cNvPr>
            <p:cNvSpPr/>
            <p:nvPr/>
          </p:nvSpPr>
          <p:spPr>
            <a:xfrm>
              <a:off x="3725300" y="3164475"/>
              <a:ext cx="753125" cy="753100"/>
            </a:xfrm>
            <a:custGeom>
              <a:avLst/>
              <a:gdLst/>
              <a:ahLst/>
              <a:cxnLst/>
              <a:rect l="l" t="t" r="r" b="b"/>
              <a:pathLst>
                <a:path w="30125" h="30124" extrusionOk="0">
                  <a:moveTo>
                    <a:pt x="323" y="81"/>
                  </a:moveTo>
                  <a:cubicBezTo>
                    <a:pt x="202" y="41"/>
                    <a:pt x="122" y="41"/>
                    <a:pt x="1" y="0"/>
                  </a:cubicBezTo>
                  <a:lnTo>
                    <a:pt x="30124" y="30124"/>
                  </a:lnTo>
                  <a:cubicBezTo>
                    <a:pt x="30084" y="30043"/>
                    <a:pt x="30084" y="29922"/>
                    <a:pt x="30043" y="29801"/>
                  </a:cubicBezTo>
                  <a:lnTo>
                    <a:pt x="323" y="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" name="Google Shape;959;p37">
              <a:extLst>
                <a:ext uri="{FF2B5EF4-FFF2-40B4-BE49-F238E27FC236}">
                  <a16:creationId xmlns:a16="http://schemas.microsoft.com/office/drawing/2014/main" id="{5194E086-1F43-E10F-83AE-AFA578DAB85F}"/>
                </a:ext>
              </a:extLst>
            </p:cNvPr>
            <p:cNvSpPr/>
            <p:nvPr/>
          </p:nvSpPr>
          <p:spPr>
            <a:xfrm>
              <a:off x="3572075" y="3149350"/>
              <a:ext cx="922475" cy="922475"/>
            </a:xfrm>
            <a:custGeom>
              <a:avLst/>
              <a:gdLst/>
              <a:ahLst/>
              <a:cxnLst/>
              <a:rect l="l" t="t" r="r" b="b"/>
              <a:pathLst>
                <a:path w="36899" h="36899" extrusionOk="0">
                  <a:moveTo>
                    <a:pt x="282" y="0"/>
                  </a:moveTo>
                  <a:cubicBezTo>
                    <a:pt x="161" y="0"/>
                    <a:pt x="81" y="0"/>
                    <a:pt x="0" y="0"/>
                  </a:cubicBezTo>
                  <a:lnTo>
                    <a:pt x="36898" y="36899"/>
                  </a:lnTo>
                  <a:cubicBezTo>
                    <a:pt x="36898" y="36778"/>
                    <a:pt x="36898" y="36697"/>
                    <a:pt x="36858" y="36616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" name="Google Shape;960;p37">
              <a:extLst>
                <a:ext uri="{FF2B5EF4-FFF2-40B4-BE49-F238E27FC236}">
                  <a16:creationId xmlns:a16="http://schemas.microsoft.com/office/drawing/2014/main" id="{7F099DFA-C23E-9CB7-3E64-E86D83922E23}"/>
                </a:ext>
              </a:extLst>
            </p:cNvPr>
            <p:cNvSpPr/>
            <p:nvPr/>
          </p:nvSpPr>
          <p:spPr>
            <a:xfrm>
              <a:off x="3440000" y="3154400"/>
              <a:ext cx="1048500" cy="1048500"/>
            </a:xfrm>
            <a:custGeom>
              <a:avLst/>
              <a:gdLst/>
              <a:ahLst/>
              <a:cxnLst/>
              <a:rect l="l" t="t" r="r" b="b"/>
              <a:pathLst>
                <a:path w="41940" h="41940" extrusionOk="0">
                  <a:moveTo>
                    <a:pt x="242" y="0"/>
                  </a:moveTo>
                  <a:cubicBezTo>
                    <a:pt x="162" y="40"/>
                    <a:pt x="81" y="40"/>
                    <a:pt x="0" y="40"/>
                  </a:cubicBezTo>
                  <a:lnTo>
                    <a:pt x="41899" y="41939"/>
                  </a:lnTo>
                  <a:cubicBezTo>
                    <a:pt x="41899" y="41858"/>
                    <a:pt x="41939" y="41778"/>
                    <a:pt x="41939" y="416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961;p37">
              <a:extLst>
                <a:ext uri="{FF2B5EF4-FFF2-40B4-BE49-F238E27FC236}">
                  <a16:creationId xmlns:a16="http://schemas.microsoft.com/office/drawing/2014/main" id="{A9466FFE-8FC7-DCD8-CDB7-00E3691FFBE4}"/>
                </a:ext>
              </a:extLst>
            </p:cNvPr>
            <p:cNvSpPr/>
            <p:nvPr/>
          </p:nvSpPr>
          <p:spPr>
            <a:xfrm>
              <a:off x="3323050" y="3175550"/>
              <a:ext cx="1145275" cy="1144275"/>
            </a:xfrm>
            <a:custGeom>
              <a:avLst/>
              <a:gdLst/>
              <a:ahLst/>
              <a:cxnLst/>
              <a:rect l="l" t="t" r="r" b="b"/>
              <a:pathLst>
                <a:path w="45811" h="45771" extrusionOk="0">
                  <a:moveTo>
                    <a:pt x="243" y="1"/>
                  </a:moveTo>
                  <a:cubicBezTo>
                    <a:pt x="162" y="1"/>
                    <a:pt x="81" y="41"/>
                    <a:pt x="1" y="41"/>
                  </a:cubicBezTo>
                  <a:lnTo>
                    <a:pt x="45730" y="45771"/>
                  </a:lnTo>
                  <a:cubicBezTo>
                    <a:pt x="45771" y="45690"/>
                    <a:pt x="45771" y="45610"/>
                    <a:pt x="45811" y="455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" name="Google Shape;962;p37">
              <a:extLst>
                <a:ext uri="{FF2B5EF4-FFF2-40B4-BE49-F238E27FC236}">
                  <a16:creationId xmlns:a16="http://schemas.microsoft.com/office/drawing/2014/main" id="{ABEEBDCD-EC78-D3A4-48F5-A6AA47FB19D7}"/>
                </a:ext>
              </a:extLst>
            </p:cNvPr>
            <p:cNvSpPr/>
            <p:nvPr/>
          </p:nvSpPr>
          <p:spPr>
            <a:xfrm>
              <a:off x="3218200" y="3207825"/>
              <a:ext cx="1216875" cy="1216850"/>
            </a:xfrm>
            <a:custGeom>
              <a:avLst/>
              <a:gdLst/>
              <a:ahLst/>
              <a:cxnLst/>
              <a:rect l="l" t="t" r="r" b="b"/>
              <a:pathLst>
                <a:path w="48675" h="48674" extrusionOk="0">
                  <a:moveTo>
                    <a:pt x="202" y="0"/>
                  </a:moveTo>
                  <a:cubicBezTo>
                    <a:pt x="122" y="0"/>
                    <a:pt x="81" y="41"/>
                    <a:pt x="1" y="81"/>
                  </a:cubicBezTo>
                  <a:lnTo>
                    <a:pt x="48593" y="48674"/>
                  </a:lnTo>
                  <a:cubicBezTo>
                    <a:pt x="48634" y="48633"/>
                    <a:pt x="48674" y="48553"/>
                    <a:pt x="48674" y="484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" name="Google Shape;963;p37">
              <a:extLst>
                <a:ext uri="{FF2B5EF4-FFF2-40B4-BE49-F238E27FC236}">
                  <a16:creationId xmlns:a16="http://schemas.microsoft.com/office/drawing/2014/main" id="{4C49DB72-0224-C76B-7BEE-D56E18447684}"/>
                </a:ext>
              </a:extLst>
            </p:cNvPr>
            <p:cNvSpPr/>
            <p:nvPr/>
          </p:nvSpPr>
          <p:spPr>
            <a:xfrm>
              <a:off x="3122425" y="3249150"/>
              <a:ext cx="1271300" cy="1271300"/>
            </a:xfrm>
            <a:custGeom>
              <a:avLst/>
              <a:gdLst/>
              <a:ahLst/>
              <a:cxnLst/>
              <a:rect l="l" t="t" r="r" b="b"/>
              <a:pathLst>
                <a:path w="50852" h="50852" extrusionOk="0">
                  <a:moveTo>
                    <a:pt x="202" y="1"/>
                  </a:moveTo>
                  <a:cubicBezTo>
                    <a:pt x="122" y="41"/>
                    <a:pt x="81" y="81"/>
                    <a:pt x="1" y="122"/>
                  </a:cubicBezTo>
                  <a:lnTo>
                    <a:pt x="50771" y="50852"/>
                  </a:lnTo>
                  <a:cubicBezTo>
                    <a:pt x="50771" y="50811"/>
                    <a:pt x="50811" y="50731"/>
                    <a:pt x="50852" y="506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964;p37">
              <a:extLst>
                <a:ext uri="{FF2B5EF4-FFF2-40B4-BE49-F238E27FC236}">
                  <a16:creationId xmlns:a16="http://schemas.microsoft.com/office/drawing/2014/main" id="{8FC29AD1-9194-F612-F712-87DF9C4D4485}"/>
                </a:ext>
              </a:extLst>
            </p:cNvPr>
            <p:cNvSpPr/>
            <p:nvPr/>
          </p:nvSpPr>
          <p:spPr>
            <a:xfrm>
              <a:off x="3035725" y="3299550"/>
              <a:ext cx="1307600" cy="1308625"/>
            </a:xfrm>
            <a:custGeom>
              <a:avLst/>
              <a:gdLst/>
              <a:ahLst/>
              <a:cxnLst/>
              <a:rect l="l" t="t" r="r" b="b"/>
              <a:pathLst>
                <a:path w="52304" h="52345" extrusionOk="0">
                  <a:moveTo>
                    <a:pt x="162" y="1"/>
                  </a:moveTo>
                  <a:cubicBezTo>
                    <a:pt x="81" y="41"/>
                    <a:pt x="41" y="82"/>
                    <a:pt x="1" y="122"/>
                  </a:cubicBezTo>
                  <a:lnTo>
                    <a:pt x="52182" y="52344"/>
                  </a:lnTo>
                  <a:cubicBezTo>
                    <a:pt x="52223" y="52263"/>
                    <a:pt x="52263" y="52223"/>
                    <a:pt x="52303" y="521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965;p37">
              <a:extLst>
                <a:ext uri="{FF2B5EF4-FFF2-40B4-BE49-F238E27FC236}">
                  <a16:creationId xmlns:a16="http://schemas.microsoft.com/office/drawing/2014/main" id="{57086B45-A864-E958-4939-4FF1677DB631}"/>
                </a:ext>
              </a:extLst>
            </p:cNvPr>
            <p:cNvSpPr/>
            <p:nvPr/>
          </p:nvSpPr>
          <p:spPr>
            <a:xfrm>
              <a:off x="2956075" y="3358025"/>
              <a:ext cx="1328775" cy="1329775"/>
            </a:xfrm>
            <a:custGeom>
              <a:avLst/>
              <a:gdLst/>
              <a:ahLst/>
              <a:cxnLst/>
              <a:rect l="l" t="t" r="r" b="b"/>
              <a:pathLst>
                <a:path w="53151" h="53191" extrusionOk="0">
                  <a:moveTo>
                    <a:pt x="122" y="1"/>
                  </a:moveTo>
                  <a:cubicBezTo>
                    <a:pt x="82" y="41"/>
                    <a:pt x="41" y="82"/>
                    <a:pt x="1" y="122"/>
                  </a:cubicBezTo>
                  <a:lnTo>
                    <a:pt x="53030" y="53191"/>
                  </a:lnTo>
                  <a:cubicBezTo>
                    <a:pt x="53070" y="53110"/>
                    <a:pt x="53110" y="53070"/>
                    <a:pt x="53151" y="53030"/>
                  </a:cubicBezTo>
                  <a:lnTo>
                    <a:pt x="1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" name="Google Shape;966;p37">
              <a:extLst>
                <a:ext uri="{FF2B5EF4-FFF2-40B4-BE49-F238E27FC236}">
                  <a16:creationId xmlns:a16="http://schemas.microsoft.com/office/drawing/2014/main" id="{64461F49-C69C-9F8F-8934-5D531BF53E6F}"/>
                </a:ext>
              </a:extLst>
            </p:cNvPr>
            <p:cNvSpPr/>
            <p:nvPr/>
          </p:nvSpPr>
          <p:spPr>
            <a:xfrm>
              <a:off x="2883500" y="3422550"/>
              <a:ext cx="1336825" cy="1336825"/>
            </a:xfrm>
            <a:custGeom>
              <a:avLst/>
              <a:gdLst/>
              <a:ahLst/>
              <a:cxnLst/>
              <a:rect l="l" t="t" r="r" b="b"/>
              <a:pathLst>
                <a:path w="53473" h="53473" extrusionOk="0">
                  <a:moveTo>
                    <a:pt x="121" y="1"/>
                  </a:moveTo>
                  <a:cubicBezTo>
                    <a:pt x="121" y="1"/>
                    <a:pt x="81" y="81"/>
                    <a:pt x="81" y="81"/>
                  </a:cubicBezTo>
                  <a:cubicBezTo>
                    <a:pt x="41" y="122"/>
                    <a:pt x="0" y="122"/>
                    <a:pt x="0" y="162"/>
                  </a:cubicBezTo>
                  <a:lnTo>
                    <a:pt x="53311" y="53473"/>
                  </a:lnTo>
                  <a:cubicBezTo>
                    <a:pt x="53311" y="53473"/>
                    <a:pt x="53392" y="53433"/>
                    <a:pt x="53392" y="53433"/>
                  </a:cubicBezTo>
                  <a:cubicBezTo>
                    <a:pt x="53432" y="53392"/>
                    <a:pt x="53432" y="53392"/>
                    <a:pt x="53473" y="533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" name="Google Shape;967;p37">
              <a:extLst>
                <a:ext uri="{FF2B5EF4-FFF2-40B4-BE49-F238E27FC236}">
                  <a16:creationId xmlns:a16="http://schemas.microsoft.com/office/drawing/2014/main" id="{756B591D-D2A4-9589-5EFD-C45407E124E2}"/>
                </a:ext>
              </a:extLst>
            </p:cNvPr>
            <p:cNvSpPr/>
            <p:nvPr/>
          </p:nvSpPr>
          <p:spPr>
            <a:xfrm>
              <a:off x="2817975" y="3495150"/>
              <a:ext cx="1329775" cy="1329775"/>
            </a:xfrm>
            <a:custGeom>
              <a:avLst/>
              <a:gdLst/>
              <a:ahLst/>
              <a:cxnLst/>
              <a:rect l="l" t="t" r="r" b="b"/>
              <a:pathLst>
                <a:path w="53191" h="53191" extrusionOk="0">
                  <a:moveTo>
                    <a:pt x="121" y="0"/>
                  </a:moveTo>
                  <a:cubicBezTo>
                    <a:pt x="81" y="41"/>
                    <a:pt x="41" y="121"/>
                    <a:pt x="0" y="161"/>
                  </a:cubicBezTo>
                  <a:lnTo>
                    <a:pt x="53029" y="53190"/>
                  </a:lnTo>
                  <a:cubicBezTo>
                    <a:pt x="53110" y="53150"/>
                    <a:pt x="53150" y="53109"/>
                    <a:pt x="53190" y="53069"/>
                  </a:cubicBezTo>
                  <a:lnTo>
                    <a:pt x="1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" name="Google Shape;968;p37">
              <a:extLst>
                <a:ext uri="{FF2B5EF4-FFF2-40B4-BE49-F238E27FC236}">
                  <a16:creationId xmlns:a16="http://schemas.microsoft.com/office/drawing/2014/main" id="{51D5314D-7BDD-960B-18CE-B596C8B659D4}"/>
                </a:ext>
              </a:extLst>
            </p:cNvPr>
            <p:cNvSpPr/>
            <p:nvPr/>
          </p:nvSpPr>
          <p:spPr>
            <a:xfrm>
              <a:off x="2760500" y="3574775"/>
              <a:ext cx="1307600" cy="1308625"/>
            </a:xfrm>
            <a:custGeom>
              <a:avLst/>
              <a:gdLst/>
              <a:ahLst/>
              <a:cxnLst/>
              <a:rect l="l" t="t" r="r" b="b"/>
              <a:pathLst>
                <a:path w="52304" h="52345" extrusionOk="0">
                  <a:moveTo>
                    <a:pt x="81" y="1"/>
                  </a:moveTo>
                  <a:cubicBezTo>
                    <a:pt x="41" y="82"/>
                    <a:pt x="41" y="122"/>
                    <a:pt x="1" y="162"/>
                  </a:cubicBezTo>
                  <a:lnTo>
                    <a:pt x="52142" y="52344"/>
                  </a:lnTo>
                  <a:cubicBezTo>
                    <a:pt x="52182" y="52304"/>
                    <a:pt x="52263" y="52263"/>
                    <a:pt x="52303" y="52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" name="Google Shape;969;p37">
              <a:extLst>
                <a:ext uri="{FF2B5EF4-FFF2-40B4-BE49-F238E27FC236}">
                  <a16:creationId xmlns:a16="http://schemas.microsoft.com/office/drawing/2014/main" id="{9FB6436E-0F3E-864C-FB5C-DA7DACA0776E}"/>
                </a:ext>
              </a:extLst>
            </p:cNvPr>
            <p:cNvSpPr/>
            <p:nvPr/>
          </p:nvSpPr>
          <p:spPr>
            <a:xfrm>
              <a:off x="2710100" y="3662500"/>
              <a:ext cx="1271300" cy="1271300"/>
            </a:xfrm>
            <a:custGeom>
              <a:avLst/>
              <a:gdLst/>
              <a:ahLst/>
              <a:cxnLst/>
              <a:rect l="l" t="t" r="r" b="b"/>
              <a:pathLst>
                <a:path w="50852" h="50852" extrusionOk="0">
                  <a:moveTo>
                    <a:pt x="81" y="0"/>
                  </a:moveTo>
                  <a:cubicBezTo>
                    <a:pt x="41" y="41"/>
                    <a:pt x="41" y="121"/>
                    <a:pt x="0" y="162"/>
                  </a:cubicBezTo>
                  <a:lnTo>
                    <a:pt x="50650" y="50851"/>
                  </a:lnTo>
                  <a:cubicBezTo>
                    <a:pt x="50690" y="50811"/>
                    <a:pt x="50771" y="50771"/>
                    <a:pt x="50851" y="507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" name="Google Shape;970;p37">
              <a:extLst>
                <a:ext uri="{FF2B5EF4-FFF2-40B4-BE49-F238E27FC236}">
                  <a16:creationId xmlns:a16="http://schemas.microsoft.com/office/drawing/2014/main" id="{20A13524-1F29-346C-3329-31F44F4B385A}"/>
                </a:ext>
              </a:extLst>
            </p:cNvPr>
            <p:cNvSpPr/>
            <p:nvPr/>
          </p:nvSpPr>
          <p:spPr>
            <a:xfrm>
              <a:off x="2667750" y="3758275"/>
              <a:ext cx="1216875" cy="1216850"/>
            </a:xfrm>
            <a:custGeom>
              <a:avLst/>
              <a:gdLst/>
              <a:ahLst/>
              <a:cxnLst/>
              <a:rect l="l" t="t" r="r" b="b"/>
              <a:pathLst>
                <a:path w="48675" h="48674" extrusionOk="0">
                  <a:moveTo>
                    <a:pt x="81" y="0"/>
                  </a:moveTo>
                  <a:cubicBezTo>
                    <a:pt x="41" y="41"/>
                    <a:pt x="41" y="121"/>
                    <a:pt x="1" y="202"/>
                  </a:cubicBezTo>
                  <a:lnTo>
                    <a:pt x="48513" y="48674"/>
                  </a:lnTo>
                  <a:cubicBezTo>
                    <a:pt x="48553" y="48633"/>
                    <a:pt x="48634" y="48633"/>
                    <a:pt x="48674" y="485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" name="Google Shape;971;p37">
              <a:extLst>
                <a:ext uri="{FF2B5EF4-FFF2-40B4-BE49-F238E27FC236}">
                  <a16:creationId xmlns:a16="http://schemas.microsoft.com/office/drawing/2014/main" id="{BD56DEFE-D1FF-D2F7-86E2-A592E296CA1B}"/>
                </a:ext>
              </a:extLst>
            </p:cNvPr>
            <p:cNvSpPr/>
            <p:nvPr/>
          </p:nvSpPr>
          <p:spPr>
            <a:xfrm>
              <a:off x="2635500" y="3863125"/>
              <a:ext cx="1144275" cy="1144275"/>
            </a:xfrm>
            <a:custGeom>
              <a:avLst/>
              <a:gdLst/>
              <a:ahLst/>
              <a:cxnLst/>
              <a:rect l="l" t="t" r="r" b="b"/>
              <a:pathLst>
                <a:path w="45771" h="45771" extrusionOk="0">
                  <a:moveTo>
                    <a:pt x="41" y="0"/>
                  </a:moveTo>
                  <a:cubicBezTo>
                    <a:pt x="41" y="81"/>
                    <a:pt x="0" y="121"/>
                    <a:pt x="0" y="202"/>
                  </a:cubicBezTo>
                  <a:lnTo>
                    <a:pt x="45569" y="45770"/>
                  </a:lnTo>
                  <a:cubicBezTo>
                    <a:pt x="45649" y="45770"/>
                    <a:pt x="45730" y="45730"/>
                    <a:pt x="45770" y="457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" name="Google Shape;972;p37">
              <a:extLst>
                <a:ext uri="{FF2B5EF4-FFF2-40B4-BE49-F238E27FC236}">
                  <a16:creationId xmlns:a16="http://schemas.microsoft.com/office/drawing/2014/main" id="{D32D215A-D78D-92FA-849A-7F87DE9979B8}"/>
                </a:ext>
              </a:extLst>
            </p:cNvPr>
            <p:cNvSpPr/>
            <p:nvPr/>
          </p:nvSpPr>
          <p:spPr>
            <a:xfrm>
              <a:off x="2615325" y="3980050"/>
              <a:ext cx="1048500" cy="1048500"/>
            </a:xfrm>
            <a:custGeom>
              <a:avLst/>
              <a:gdLst/>
              <a:ahLst/>
              <a:cxnLst/>
              <a:rect l="l" t="t" r="r" b="b"/>
              <a:pathLst>
                <a:path w="41940" h="41940" extrusionOk="0">
                  <a:moveTo>
                    <a:pt x="1" y="1"/>
                  </a:moveTo>
                  <a:cubicBezTo>
                    <a:pt x="1" y="82"/>
                    <a:pt x="1" y="162"/>
                    <a:pt x="1" y="243"/>
                  </a:cubicBezTo>
                  <a:lnTo>
                    <a:pt x="41657" y="41940"/>
                  </a:lnTo>
                  <a:cubicBezTo>
                    <a:pt x="41738" y="41900"/>
                    <a:pt x="41859" y="41900"/>
                    <a:pt x="41940" y="41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" name="Google Shape;973;p37">
              <a:extLst>
                <a:ext uri="{FF2B5EF4-FFF2-40B4-BE49-F238E27FC236}">
                  <a16:creationId xmlns:a16="http://schemas.microsoft.com/office/drawing/2014/main" id="{F8BBCB32-DCD1-D2C0-561A-75C00CBFCC6F}"/>
                </a:ext>
              </a:extLst>
            </p:cNvPr>
            <p:cNvSpPr/>
            <p:nvPr/>
          </p:nvSpPr>
          <p:spPr>
            <a:xfrm>
              <a:off x="2609275" y="4111125"/>
              <a:ext cx="922500" cy="922475"/>
            </a:xfrm>
            <a:custGeom>
              <a:avLst/>
              <a:gdLst/>
              <a:ahLst/>
              <a:cxnLst/>
              <a:rect l="l" t="t" r="r" b="b"/>
              <a:pathLst>
                <a:path w="36900" h="36899" extrusionOk="0">
                  <a:moveTo>
                    <a:pt x="1" y="0"/>
                  </a:moveTo>
                  <a:cubicBezTo>
                    <a:pt x="1" y="81"/>
                    <a:pt x="1" y="202"/>
                    <a:pt x="1" y="283"/>
                  </a:cubicBezTo>
                  <a:lnTo>
                    <a:pt x="36617" y="36899"/>
                  </a:lnTo>
                  <a:cubicBezTo>
                    <a:pt x="36697" y="36899"/>
                    <a:pt x="36818" y="36899"/>
                    <a:pt x="36899" y="3689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" name="Google Shape;974;p37">
              <a:extLst>
                <a:ext uri="{FF2B5EF4-FFF2-40B4-BE49-F238E27FC236}">
                  <a16:creationId xmlns:a16="http://schemas.microsoft.com/office/drawing/2014/main" id="{FE6AF645-4E60-10F2-119B-CC87DDADCA92}"/>
                </a:ext>
              </a:extLst>
            </p:cNvPr>
            <p:cNvSpPr/>
            <p:nvPr/>
          </p:nvSpPr>
          <p:spPr>
            <a:xfrm>
              <a:off x="2625400" y="4264350"/>
              <a:ext cx="753125" cy="754125"/>
            </a:xfrm>
            <a:custGeom>
              <a:avLst/>
              <a:gdLst/>
              <a:ahLst/>
              <a:cxnLst/>
              <a:rect l="l" t="t" r="r" b="b"/>
              <a:pathLst>
                <a:path w="30125" h="30165" extrusionOk="0">
                  <a:moveTo>
                    <a:pt x="1" y="1"/>
                  </a:moveTo>
                  <a:cubicBezTo>
                    <a:pt x="1" y="122"/>
                    <a:pt x="41" y="243"/>
                    <a:pt x="41" y="364"/>
                  </a:cubicBezTo>
                  <a:lnTo>
                    <a:pt x="29762" y="30084"/>
                  </a:lnTo>
                  <a:cubicBezTo>
                    <a:pt x="29883" y="30124"/>
                    <a:pt x="30004" y="30124"/>
                    <a:pt x="30124" y="301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" name="Google Shape;975;p37">
              <a:extLst>
                <a:ext uri="{FF2B5EF4-FFF2-40B4-BE49-F238E27FC236}">
                  <a16:creationId xmlns:a16="http://schemas.microsoft.com/office/drawing/2014/main" id="{1D8A32E2-1BC4-216C-A248-0309A1BE477F}"/>
                </a:ext>
              </a:extLst>
            </p:cNvPr>
            <p:cNvSpPr/>
            <p:nvPr/>
          </p:nvSpPr>
          <p:spPr>
            <a:xfrm>
              <a:off x="2684900" y="4462975"/>
              <a:ext cx="495025" cy="495025"/>
            </a:xfrm>
            <a:custGeom>
              <a:avLst/>
              <a:gdLst/>
              <a:ahLst/>
              <a:cxnLst/>
              <a:rect l="l" t="t" r="r" b="b"/>
              <a:pathLst>
                <a:path w="19801" h="19801" extrusionOk="0">
                  <a:moveTo>
                    <a:pt x="0" y="0"/>
                  </a:moveTo>
                  <a:cubicBezTo>
                    <a:pt x="81" y="161"/>
                    <a:pt x="161" y="323"/>
                    <a:pt x="242" y="484"/>
                  </a:cubicBezTo>
                  <a:lnTo>
                    <a:pt x="19316" y="19599"/>
                  </a:lnTo>
                  <a:cubicBezTo>
                    <a:pt x="19478" y="19639"/>
                    <a:pt x="19639" y="19720"/>
                    <a:pt x="19800" y="198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1" name="Google Shape;976;p37">
            <a:extLst>
              <a:ext uri="{FF2B5EF4-FFF2-40B4-BE49-F238E27FC236}">
                <a16:creationId xmlns:a16="http://schemas.microsoft.com/office/drawing/2014/main" id="{EB4657FF-DF34-041A-2723-CE81EBF255A9}"/>
              </a:ext>
            </a:extLst>
          </p:cNvPr>
          <p:cNvGrpSpPr/>
          <p:nvPr/>
        </p:nvGrpSpPr>
        <p:grpSpPr>
          <a:xfrm>
            <a:off x="6563339" y="-788670"/>
            <a:ext cx="2817726" cy="2091056"/>
            <a:chOff x="5969750" y="-1678600"/>
            <a:chExt cx="3756875" cy="2788075"/>
          </a:xfrm>
        </p:grpSpPr>
        <p:sp>
          <p:nvSpPr>
            <p:cNvPr id="52" name="Google Shape;977;p37">
              <a:extLst>
                <a:ext uri="{FF2B5EF4-FFF2-40B4-BE49-F238E27FC236}">
                  <a16:creationId xmlns:a16="http://schemas.microsoft.com/office/drawing/2014/main" id="{CC294E4E-CA92-011D-4122-7331BB698A5F}"/>
                </a:ext>
              </a:extLst>
            </p:cNvPr>
            <p:cNvSpPr/>
            <p:nvPr/>
          </p:nvSpPr>
          <p:spPr>
            <a:xfrm>
              <a:off x="7844125" y="896475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53" name="Google Shape;978;p37">
              <a:extLst>
                <a:ext uri="{FF2B5EF4-FFF2-40B4-BE49-F238E27FC236}">
                  <a16:creationId xmlns:a16="http://schemas.microsoft.com/office/drawing/2014/main" id="{477A49D3-ECBD-7C26-2C1D-3F665DBB7A35}"/>
                </a:ext>
              </a:extLst>
            </p:cNvPr>
            <p:cNvSpPr/>
            <p:nvPr/>
          </p:nvSpPr>
          <p:spPr>
            <a:xfrm rot="-5400000">
              <a:off x="5969750" y="-1678600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9260" y="0"/>
            <a:ext cx="4019725" cy="0"/>
          </a:xfrm>
        </p:spPr>
        <p:txBody>
          <a:bodyPr/>
          <a:lstStyle/>
          <a:p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EF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85817" cy="164592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8058351" y="3669030"/>
            <a:ext cx="1083591" cy="1474470"/>
          </a:xfrm>
          <a:prstGeom prst="roundRect">
            <a:avLst/>
          </a:prstGeom>
          <a:solidFill>
            <a:srgbClr val="000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509697" y="4732020"/>
            <a:ext cx="1632244" cy="171450"/>
          </a:xfrm>
          <a:prstGeom prst="roundRect">
            <a:avLst/>
          </a:prstGeom>
          <a:solidFill>
            <a:srgbClr val="516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822980" y="2880360"/>
            <a:ext cx="10287" cy="109728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905277" y="2880360"/>
            <a:ext cx="10287" cy="109728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987576" y="2880360"/>
            <a:ext cx="10287" cy="109728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1069874" y="2880360"/>
            <a:ext cx="10287" cy="109728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1152172" y="2880360"/>
            <a:ext cx="10287" cy="109728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1234470" y="2880360"/>
            <a:ext cx="10287" cy="109728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1316768" y="2880360"/>
            <a:ext cx="10287" cy="109728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1399066" y="2880360"/>
            <a:ext cx="10287" cy="109728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548653" y="308610"/>
            <a:ext cx="7955478" cy="4457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60" b="1" dirty="0">
                <a:solidFill>
                  <a:srgbClr val="00094A"/>
                </a:solidFill>
                <a:latin typeface="Times New Roman"/>
              </a:rPr>
              <a:t>Empresa y operación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53" y="788670"/>
            <a:ext cx="685817" cy="48006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1371634" y="658368"/>
            <a:ext cx="6926753" cy="2400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00649F"/>
                </a:solidFill>
                <a:latin typeface="Times New Roman"/>
              </a:rPr>
              <a:t>Importación internacional analizada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362" y="1062990"/>
            <a:ext cx="4114902" cy="994410"/>
          </a:xfrm>
          <a:prstGeom prst="round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796367" y="1084960"/>
            <a:ext cx="2118620" cy="31944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76" b="1" dirty="0">
                <a:solidFill>
                  <a:srgbClr val="00649F"/>
                </a:solidFill>
                <a:latin typeface="Times New Roman"/>
              </a:rPr>
              <a:t>Actividad de la empresa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367" y="1338574"/>
            <a:ext cx="3909156" cy="7359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94" b="0" dirty="0">
                <a:solidFill>
                  <a:srgbClr val="00094A"/>
                </a:solidFill>
                <a:latin typeface="Times New Roman"/>
              </a:rPr>
              <a:t>Importación y exportación de productos alimenticios y de consumo hacia mercados de Centroamérica.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4362" y="2228850"/>
            <a:ext cx="4114902" cy="925830"/>
          </a:xfrm>
          <a:prstGeom prst="round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731592" y="2226564"/>
            <a:ext cx="3680442" cy="31944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76" b="1" dirty="0">
                <a:solidFill>
                  <a:srgbClr val="00649F"/>
                </a:solidFill>
                <a:latin typeface="Times New Roman"/>
              </a:rPr>
              <a:t>Operación analizada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108" y="2626614"/>
            <a:ext cx="360054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94" b="0" dirty="0">
                <a:solidFill>
                  <a:srgbClr val="00094A"/>
                </a:solidFill>
                <a:latin typeface="Times New Roman"/>
              </a:rPr>
              <a:t>Importación desde México hacia Nicaragua • 50 productos registrados.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4362" y="3326130"/>
            <a:ext cx="4114902" cy="1131570"/>
          </a:xfrm>
          <a:prstGeom prst="round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720108" y="3409866"/>
            <a:ext cx="2651742" cy="31944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76" b="1" dirty="0">
                <a:solidFill>
                  <a:srgbClr val="00649F"/>
                </a:solidFill>
                <a:latin typeface="Times New Roman"/>
              </a:rPr>
              <a:t>Productos importados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108" y="3723894"/>
            <a:ext cx="36005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94" b="0" dirty="0">
                <a:solidFill>
                  <a:srgbClr val="00094A"/>
                </a:solidFill>
                <a:latin typeface="Times New Roman"/>
              </a:rPr>
              <a:t>Alimentos • Bebidas • Limpieza • Hogar • Oficina • Tecnología • Accesorios</a:t>
            </a:r>
          </a:p>
        </p:txBody>
      </p:sp>
      <p:pic>
        <p:nvPicPr>
          <p:cNvPr id="28" name="Picture 27" descr="a_clean_high_resolution_product_style_composi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652" y="910698"/>
            <a:ext cx="3315926" cy="298121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59231" y="3870960"/>
            <a:ext cx="3634830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00649F"/>
                </a:solidFill>
                <a:latin typeface="Times New Roman"/>
              </a:rPr>
              <a:t>Ejemplos: galletas, café, atún, aceite, detergente, cuadernos, audífonos y mochilas.</a:t>
            </a:r>
          </a:p>
        </p:txBody>
      </p:sp>
      <p:grpSp>
        <p:nvGrpSpPr>
          <p:cNvPr id="30" name="Google Shape;976;p37">
            <a:extLst>
              <a:ext uri="{FF2B5EF4-FFF2-40B4-BE49-F238E27FC236}">
                <a16:creationId xmlns:a16="http://schemas.microsoft.com/office/drawing/2014/main" id="{8408DC3C-587C-CF43-9281-B21705793ABA}"/>
              </a:ext>
            </a:extLst>
          </p:cNvPr>
          <p:cNvGrpSpPr/>
          <p:nvPr/>
        </p:nvGrpSpPr>
        <p:grpSpPr>
          <a:xfrm>
            <a:off x="4477424" y="-1258950"/>
            <a:ext cx="2817726" cy="2091056"/>
            <a:chOff x="5969750" y="-1678600"/>
            <a:chExt cx="3756875" cy="2788075"/>
          </a:xfrm>
        </p:grpSpPr>
        <p:sp>
          <p:nvSpPr>
            <p:cNvPr id="31" name="Google Shape;977;p37">
              <a:extLst>
                <a:ext uri="{FF2B5EF4-FFF2-40B4-BE49-F238E27FC236}">
                  <a16:creationId xmlns:a16="http://schemas.microsoft.com/office/drawing/2014/main" id="{715F37BA-9995-1272-1AEB-B14415225919}"/>
                </a:ext>
              </a:extLst>
            </p:cNvPr>
            <p:cNvSpPr/>
            <p:nvPr/>
          </p:nvSpPr>
          <p:spPr>
            <a:xfrm>
              <a:off x="7844125" y="896475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32" name="Google Shape;978;p37">
              <a:extLst>
                <a:ext uri="{FF2B5EF4-FFF2-40B4-BE49-F238E27FC236}">
                  <a16:creationId xmlns:a16="http://schemas.microsoft.com/office/drawing/2014/main" id="{6D82E9DA-9E8D-5A79-415F-4644DB3A5A9D}"/>
                </a:ext>
              </a:extLst>
            </p:cNvPr>
            <p:cNvSpPr/>
            <p:nvPr/>
          </p:nvSpPr>
          <p:spPr>
            <a:xfrm rot="-5400000">
              <a:off x="5969750" y="-1678600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9260" y="0"/>
            <a:ext cx="4019725" cy="0"/>
          </a:xfrm>
        </p:spPr>
        <p:txBody>
          <a:bodyPr/>
          <a:lstStyle/>
          <a:p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EF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4766310"/>
            <a:ext cx="2263196" cy="37719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0" y="4924044"/>
            <a:ext cx="1371634" cy="219456"/>
          </a:xfrm>
          <a:prstGeom prst="rect">
            <a:avLst/>
          </a:prstGeom>
          <a:solidFill>
            <a:srgbClr val="516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475406" y="0"/>
            <a:ext cx="1680252" cy="377190"/>
          </a:xfrm>
          <a:prstGeom prst="roundRect">
            <a:avLst/>
          </a:prstGeom>
          <a:solidFill>
            <a:srgbClr val="000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8126933" y="219456"/>
            <a:ext cx="1015009" cy="377190"/>
          </a:xfrm>
          <a:prstGeom prst="round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192028" y="1885950"/>
            <a:ext cx="10287" cy="113157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274326" y="1885950"/>
            <a:ext cx="10287" cy="113157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356624" y="1885950"/>
            <a:ext cx="10287" cy="113157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438922" y="1885950"/>
            <a:ext cx="10287" cy="113157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521221" y="1885950"/>
            <a:ext cx="10287" cy="113157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603519" y="1885950"/>
            <a:ext cx="10287" cy="113157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685817" y="1885950"/>
            <a:ext cx="10287" cy="113157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768115" y="1885950"/>
            <a:ext cx="10287" cy="113157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548653" y="308610"/>
            <a:ext cx="7955478" cy="4457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60" b="1" dirty="0">
                <a:solidFill>
                  <a:srgbClr val="00094A"/>
                </a:solidFill>
                <a:latin typeface="Times New Roman"/>
              </a:rPr>
              <a:t>Resultados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53" y="788670"/>
            <a:ext cx="685817" cy="48006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1371634" y="658368"/>
            <a:ext cx="6926753" cy="2400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00649F"/>
                </a:solidFill>
                <a:latin typeface="Times New Roman"/>
              </a:rPr>
              <a:t>Principales datos obtenidos en Excel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4362" y="1062990"/>
            <a:ext cx="2537523" cy="857250"/>
          </a:xfrm>
          <a:prstGeom prst="round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17235" y="1179576"/>
            <a:ext cx="2331778" cy="308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86" b="1" dirty="0">
                <a:solidFill>
                  <a:srgbClr val="00094A"/>
                </a:solidFill>
                <a:latin typeface="Times New Roman"/>
              </a:rPr>
              <a:t>US$40,359.00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35" y="1522476"/>
            <a:ext cx="2331778" cy="2057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00649F"/>
                </a:solidFill>
                <a:latin typeface="Times New Roman"/>
              </a:rPr>
              <a:t>Total de la operación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4362" y="1851660"/>
            <a:ext cx="2537523" cy="61722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Rounded Rectangle 23"/>
          <p:cNvSpPr/>
          <p:nvPr/>
        </p:nvSpPr>
        <p:spPr>
          <a:xfrm>
            <a:off x="3360504" y="1062990"/>
            <a:ext cx="2537523" cy="857250"/>
          </a:xfrm>
          <a:prstGeom prst="round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3463376" y="1179576"/>
            <a:ext cx="2331778" cy="308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86" b="1" dirty="0">
                <a:solidFill>
                  <a:srgbClr val="00094A"/>
                </a:solidFill>
                <a:latin typeface="Times New Roman"/>
              </a:rPr>
              <a:t>Mochilas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3376" y="1522476"/>
            <a:ext cx="2331778" cy="2057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00649F"/>
                </a:solidFill>
                <a:latin typeface="Times New Roman"/>
              </a:rPr>
              <a:t>Mayor importe: US$1,912.50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60504" y="1851660"/>
            <a:ext cx="2537523" cy="61722"/>
          </a:xfrm>
          <a:prstGeom prst="rect">
            <a:avLst/>
          </a:prstGeom>
          <a:solidFill>
            <a:srgbClr val="516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Rounded Rectangle 27"/>
          <p:cNvSpPr/>
          <p:nvPr/>
        </p:nvSpPr>
        <p:spPr>
          <a:xfrm>
            <a:off x="6206645" y="1062990"/>
            <a:ext cx="2537523" cy="857250"/>
          </a:xfrm>
          <a:prstGeom prst="round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6309517" y="1179576"/>
            <a:ext cx="2331778" cy="308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86" b="1" dirty="0">
                <a:solidFill>
                  <a:srgbClr val="00094A"/>
                </a:solidFill>
                <a:latin typeface="Times New Roman"/>
              </a:rPr>
              <a:t>US$7.74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517" y="1522476"/>
            <a:ext cx="2331778" cy="2057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00649F"/>
                </a:solidFill>
                <a:latin typeface="Times New Roman"/>
              </a:rPr>
              <a:t>Precio promedio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6645" y="1851660"/>
            <a:ext cx="2537523" cy="61722"/>
          </a:xfrm>
          <a:prstGeom prst="rect">
            <a:avLst/>
          </a:prstGeom>
          <a:solidFill>
            <a:srgbClr val="006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82944" y="2160270"/>
          <a:ext cx="3600540" cy="24345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4492102" y="2297430"/>
            <a:ext cx="3874866" cy="1954530"/>
          </a:xfrm>
          <a:prstGeom prst="round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4697847" y="2434590"/>
            <a:ext cx="1371634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24" b="1" dirty="0">
                <a:solidFill>
                  <a:srgbClr val="516CEE"/>
                </a:solidFill>
                <a:latin typeface="Times New Roman"/>
              </a:rPr>
              <a:t>91.5%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5025" y="2475738"/>
            <a:ext cx="2228905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94" b="0" dirty="0">
                <a:solidFill>
                  <a:srgbClr val="00094A"/>
                </a:solidFill>
                <a:latin typeface="Times New Roman"/>
              </a:rPr>
              <a:t>del importe corresponde a productos originarios de México.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97847" y="3120390"/>
            <a:ext cx="137163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30" b="1" dirty="0">
                <a:solidFill>
                  <a:srgbClr val="00649F"/>
                </a:solidFill>
                <a:latin typeface="Times New Roman"/>
              </a:rPr>
              <a:t>Importe de México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3754" y="3068955"/>
            <a:ext cx="1920288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4" b="1" dirty="0">
                <a:solidFill>
                  <a:srgbClr val="00094A"/>
                </a:solidFill>
                <a:latin typeface="Times New Roman"/>
              </a:rPr>
              <a:t>US$36,919.50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97847" y="3600450"/>
            <a:ext cx="137163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30" b="1" dirty="0">
                <a:solidFill>
                  <a:srgbClr val="00649F"/>
                </a:solidFill>
                <a:latin typeface="Times New Roman"/>
              </a:rPr>
              <a:t>Cantidad registrada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3754" y="3531870"/>
            <a:ext cx="1920288" cy="342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39" b="1" dirty="0">
                <a:solidFill>
                  <a:srgbClr val="00094A"/>
                </a:solidFill>
                <a:latin typeface="Times New Roman"/>
              </a:rPr>
              <a:t>50 productos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9260" y="0"/>
            <a:ext cx="4019725" cy="0"/>
          </a:xfrm>
        </p:spPr>
        <p:txBody>
          <a:bodyPr/>
          <a:lstStyle/>
          <a:p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rgbClr val="EF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85817" cy="164592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8058351" y="3669030"/>
            <a:ext cx="1083591" cy="1474470"/>
          </a:xfrm>
          <a:prstGeom prst="roundRect">
            <a:avLst/>
          </a:prstGeom>
          <a:solidFill>
            <a:srgbClr val="000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509697" y="4732020"/>
            <a:ext cx="1632244" cy="171450"/>
          </a:xfrm>
          <a:prstGeom prst="roundRect">
            <a:avLst/>
          </a:prstGeom>
          <a:solidFill>
            <a:srgbClr val="516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822980" y="2880360"/>
            <a:ext cx="10287" cy="109728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905277" y="2880360"/>
            <a:ext cx="10287" cy="109728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987576" y="2880360"/>
            <a:ext cx="10287" cy="109728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1069874" y="2880360"/>
            <a:ext cx="10287" cy="109728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1152172" y="2880360"/>
            <a:ext cx="10287" cy="109728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1234470" y="2880360"/>
            <a:ext cx="10287" cy="109728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1316768" y="2880360"/>
            <a:ext cx="10287" cy="109728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1399066" y="2880360"/>
            <a:ext cx="10287" cy="1097280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548653" y="308610"/>
            <a:ext cx="7955478" cy="4457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60" b="1" dirty="0">
                <a:solidFill>
                  <a:srgbClr val="00094A"/>
                </a:solidFill>
                <a:latin typeface="Times New Roman"/>
              </a:rPr>
              <a:t>Conclusiones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53" y="788670"/>
            <a:ext cx="685817" cy="48006"/>
          </a:xfrm>
          <a:prstGeom prst="rect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1371634" y="658368"/>
            <a:ext cx="6926753" cy="2400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00649F"/>
                </a:solidFill>
                <a:latin typeface="Times New Roman"/>
              </a:rPr>
              <a:t>La información organizada facilita mejores decisiones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362" y="1200150"/>
            <a:ext cx="2537523" cy="3188970"/>
          </a:xfrm>
          <a:prstGeom prst="round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Oval 19"/>
          <p:cNvSpPr/>
          <p:nvPr/>
        </p:nvSpPr>
        <p:spPr>
          <a:xfrm>
            <a:off x="685817" y="1405889"/>
            <a:ext cx="445781" cy="445770"/>
          </a:xfrm>
          <a:prstGeom prst="ellipse">
            <a:avLst/>
          </a:prstGeom>
          <a:solidFill>
            <a:srgbClr val="63D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85817" y="1405889"/>
            <a:ext cx="445781" cy="4457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FEFEFE"/>
                </a:solidFill>
                <a:latin typeface="Times New Roman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70" y="1371600"/>
            <a:ext cx="161167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7" b="1" dirty="0">
                <a:solidFill>
                  <a:srgbClr val="00094A"/>
                </a:solidFill>
                <a:latin typeface="Times New Roman"/>
              </a:rPr>
              <a:t>Resultado principal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98" y="2057400"/>
            <a:ext cx="2057451" cy="1748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94" b="0" dirty="0">
                <a:solidFill>
                  <a:srgbClr val="00094A"/>
                </a:solidFill>
                <a:latin typeface="Times New Roman"/>
              </a:rPr>
              <a:t>La operación analizada suma US$40,359.00 y México representa la mayor parte del importe.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60504" y="1200150"/>
            <a:ext cx="2537523" cy="3188970"/>
          </a:xfrm>
          <a:prstGeom prst="round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Oval 24"/>
          <p:cNvSpPr/>
          <p:nvPr/>
        </p:nvSpPr>
        <p:spPr>
          <a:xfrm>
            <a:off x="3531958" y="1405889"/>
            <a:ext cx="445781" cy="445770"/>
          </a:xfrm>
          <a:prstGeom prst="ellipse">
            <a:avLst/>
          </a:prstGeom>
          <a:solidFill>
            <a:srgbClr val="516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3531958" y="1405889"/>
            <a:ext cx="445781" cy="4457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FEFEFE"/>
                </a:solidFill>
                <a:latin typeface="Times New Roman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80612" y="1371600"/>
            <a:ext cx="161167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7" b="1" dirty="0">
                <a:solidFill>
                  <a:srgbClr val="00094A"/>
                </a:solidFill>
                <a:latin typeface="Times New Roman"/>
              </a:rPr>
              <a:t>Importancia del análisis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540" y="2057400"/>
            <a:ext cx="2057451" cy="1748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94" b="0" dirty="0">
                <a:solidFill>
                  <a:srgbClr val="00094A"/>
                </a:solidFill>
                <a:latin typeface="Times New Roman"/>
              </a:rPr>
              <a:t>Revisar cantidades, precios e importes permite detectar inconsistencias y conocer los productos de mayor impacto.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6645" y="1200150"/>
            <a:ext cx="2537523" cy="3188970"/>
          </a:xfrm>
          <a:prstGeom prst="round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Oval 29"/>
          <p:cNvSpPr/>
          <p:nvPr/>
        </p:nvSpPr>
        <p:spPr>
          <a:xfrm>
            <a:off x="6378099" y="1405889"/>
            <a:ext cx="445781" cy="445770"/>
          </a:xfrm>
          <a:prstGeom prst="ellipse">
            <a:avLst/>
          </a:prstGeom>
          <a:solidFill>
            <a:srgbClr val="006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6378099" y="1405889"/>
            <a:ext cx="445781" cy="4457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FEFEFE"/>
                </a:solidFill>
                <a:latin typeface="Times New Roman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6753" y="1371600"/>
            <a:ext cx="161167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7" b="1" dirty="0">
                <a:solidFill>
                  <a:srgbClr val="00094A"/>
                </a:solidFill>
                <a:latin typeface="Times New Roman"/>
              </a:rPr>
              <a:t>Gestión digital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681" y="2057400"/>
            <a:ext cx="2057451" cy="1748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94" b="0" dirty="0">
                <a:solidFill>
                  <a:srgbClr val="00094A"/>
                </a:solidFill>
                <a:latin typeface="Times New Roman"/>
              </a:rPr>
              <a:t>Organizar los archivos facilita compartir, localizar y recuperar información, reduciendo errores y duplicidades.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51706" y="4560570"/>
            <a:ext cx="5486537" cy="2057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00649F"/>
                </a:solidFill>
                <a:latin typeface="Times New Roman"/>
              </a:rPr>
              <a:t>NicaTrade International • Gestión Digital de Información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Annual Report by Slidesgo">
  <a:themeElements>
    <a:clrScheme name="Simple Light">
      <a:dk1>
        <a:srgbClr val="00094A"/>
      </a:dk1>
      <a:lt1>
        <a:srgbClr val="00649F"/>
      </a:lt1>
      <a:dk2>
        <a:srgbClr val="FEFEFE"/>
      </a:dk2>
      <a:lt2>
        <a:srgbClr val="63DBF5"/>
      </a:lt2>
      <a:accent1>
        <a:srgbClr val="006DF5"/>
      </a:accent1>
      <a:accent2>
        <a:srgbClr val="516CE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9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221</Words>
  <Application>Microsoft Office PowerPoint</Application>
  <PresentationFormat>Presentación en pantalla (16:9)</PresentationFormat>
  <Paragraphs>43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</vt:i4>
      </vt:variant>
    </vt:vector>
  </HeadingPairs>
  <TitlesOfParts>
    <vt:vector size="11" baseType="lpstr">
      <vt:lpstr>Maven Pro</vt:lpstr>
      <vt:lpstr>Times New Roman</vt:lpstr>
      <vt:lpstr>Montserrat</vt:lpstr>
      <vt:lpstr>Arial</vt:lpstr>
      <vt:lpstr>Proxima Nova</vt:lpstr>
      <vt:lpstr>Business Annual Report by Slidesgo</vt:lpstr>
      <vt:lpstr>Slidesgo Final Pages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belen aguirre</cp:lastModifiedBy>
  <cp:revision>3</cp:revision>
  <dcterms:modified xsi:type="dcterms:W3CDTF">2026-09-21T03:58:38Z</dcterms:modified>
</cp:coreProperties>
</file>